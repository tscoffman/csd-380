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39" y="1033272"/>
            <a:ext cx="5892073" cy="3895344"/>
          </a:xfrm>
        </p:spPr>
        <p:txBody>
          <a:bodyPr vert="horz" lIns="91440" tIns="45720" rIns="91440" bIns="45720" rtlCol="0" anchor="t">
            <a:normAutofit/>
          </a:bodyPr>
          <a:lstStyle>
            <a:lvl1pPr>
              <a:defRPr lang="en-US" sz="80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40" y="5733288"/>
            <a:ext cx="5892071" cy="795528"/>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chemeClr val="tx2"/>
                </a:solidFill>
              </a:defRPr>
            </a:lvl1pPr>
          </a:lstStyle>
          <a:p>
            <a:endParaRPr lang="en-US"/>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6931152" y="793817"/>
            <a:ext cx="5260848" cy="6064181"/>
          </a:xfrm>
          <a:blipFill>
            <a:blip r:embed="rId2">
              <a:alphaModFix amt="80000"/>
            </a:blip>
            <a:stretch>
              <a:fillRect/>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6938587" y="207982"/>
            <a:ext cx="2662798" cy="413360"/>
          </a:xfrm>
        </p:spPr>
        <p:txBody>
          <a:bodyPr/>
          <a:lstStyle>
            <a:lvl1pPr>
              <a:defRPr>
                <a:solidFill>
                  <a:schemeClr val="tx2"/>
                </a:solidFill>
              </a:defRPr>
            </a:lvl1pPr>
          </a:lstStyle>
          <a:p>
            <a:fld id="{0F0C0ADD-C37D-44C2-9D21-DFBD6D52640A}" type="datetimeFigureOut">
              <a:rPr lang="en-US" smtClean="0"/>
              <a:t>8/2/2026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chemeClr val="tx2"/>
                </a:solidFill>
              </a:defRPr>
            </a:lvl1pPr>
          </a:lstStyle>
          <a:p>
            <a:fld id="{CC080952-DE12-4472-8945-CA1AA3201AC8}" type="slidenum">
              <a:rPr lang="en-US" smtClean="0"/>
              <a:t>‹#›</a:t>
            </a:fld>
            <a:endParaRPr lang="en-US"/>
          </a:p>
        </p:txBody>
      </p:sp>
      <p:cxnSp>
        <p:nvCxnSpPr>
          <p:cNvPr id="9" name="Straight Connector 8">
            <a:extLst>
              <a:ext uri="{FF2B5EF4-FFF2-40B4-BE49-F238E27FC236}">
                <a16:creationId xmlns:a16="http://schemas.microsoft.com/office/drawing/2014/main" id="{CF2C2C7B-6B47-4A5B-B24C-B316964ABE62}"/>
              </a:ext>
            </a:extLst>
          </p:cNvPr>
          <p:cNvCxnSpPr>
            <a:cxnSpLocks/>
          </p:cNvCxnSpPr>
          <p:nvPr/>
        </p:nvCxnSpPr>
        <p:spPr>
          <a:xfrm flipV="1">
            <a:off x="6929823" y="789558"/>
            <a:ext cx="0" cy="6068442"/>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4F32355F-80FD-3956-F8D4-9DF4073D0E2E}"/>
              </a:ext>
            </a:extLst>
          </p:cNvPr>
          <p:cNvCxnSpPr>
            <a:cxnSpLocks/>
          </p:cNvCxnSpPr>
          <p:nvPr/>
        </p:nvCxnSpPr>
        <p:spPr>
          <a:xfrm>
            <a:off x="0" y="5420250"/>
            <a:ext cx="692982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0D4DD8B2-0D73-EB9B-9708-67DF28E40F96}"/>
              </a:ext>
            </a:extLst>
          </p:cNvPr>
          <p:cNvCxnSpPr>
            <a:cxnSpLocks/>
          </p:cNvCxnSpPr>
          <p:nvPr/>
        </p:nvCxnSpPr>
        <p:spPr>
          <a:xfrm>
            <a:off x="0" y="791907"/>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598178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612648"/>
            <a:ext cx="11253668" cy="1106424"/>
          </a:xfrm>
        </p:spPr>
        <p:txBody>
          <a:bodyPr/>
          <a:lstStyle>
            <a:lvl1pPr>
              <a:defRPr sz="660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9" y="2139696"/>
            <a:ext cx="11253668" cy="42885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2D457B6E-DC25-9A54-64F7-98703149B156}"/>
              </a:ext>
            </a:extLst>
          </p:cNvPr>
          <p:cNvSpPr>
            <a:spLocks noGrp="1"/>
          </p:cNvSpPr>
          <p:nvPr>
            <p:ph type="ftr" sz="quarter" idx="11"/>
          </p:nvPr>
        </p:nvSpPr>
        <p:spPr/>
        <p:txBody>
          <a:bodyPr/>
          <a:lstStyle/>
          <a:p>
            <a:endParaRPr lang="en-US"/>
          </a:p>
        </p:txBody>
      </p:sp>
      <p:sp>
        <p:nvSpPr>
          <p:cNvPr id="8" name="Date Placeholder 7">
            <a:extLst>
              <a:ext uri="{FF2B5EF4-FFF2-40B4-BE49-F238E27FC236}">
                <a16:creationId xmlns:a16="http://schemas.microsoft.com/office/drawing/2014/main" id="{D49DF708-DA4E-D117-5CE8-7401A836F675}"/>
              </a:ext>
            </a:extLst>
          </p:cNvPr>
          <p:cNvSpPr>
            <a:spLocks noGrp="1"/>
          </p:cNvSpPr>
          <p:nvPr>
            <p:ph type="dt" sz="half" idx="10"/>
          </p:nvPr>
        </p:nvSpPr>
        <p:spPr/>
        <p:txBody>
          <a:bodyPr/>
          <a:lstStyle/>
          <a:p>
            <a:fld id="{0F0C0ADD-C37D-44C2-9D21-DFBD6D52640A}" type="datetimeFigureOut">
              <a:rPr lang="en-US" smtClean="0"/>
              <a:t>8/2/2026</a:t>
            </a:fld>
            <a:endParaRPr lang="en-US"/>
          </a:p>
        </p:txBody>
      </p:sp>
      <p:sp>
        <p:nvSpPr>
          <p:cNvPr id="10" name="Slide Number Placeholder 9">
            <a:extLst>
              <a:ext uri="{FF2B5EF4-FFF2-40B4-BE49-F238E27FC236}">
                <a16:creationId xmlns:a16="http://schemas.microsoft.com/office/drawing/2014/main" id="{D1AE2728-8254-BE0F-89AB-2D5352D66F0D}"/>
              </a:ext>
            </a:extLst>
          </p:cNvPr>
          <p:cNvSpPr>
            <a:spLocks noGrp="1"/>
          </p:cNvSpPr>
          <p:nvPr>
            <p:ph type="sldNum" sz="quarter" idx="12"/>
          </p:nvPr>
        </p:nvSpPr>
        <p:spPr/>
        <p:txBody>
          <a:bodyPr/>
          <a:lstStyle/>
          <a:p>
            <a:fld id="{CC080952-DE12-4472-8945-CA1AA3201AC8}" type="slidenum">
              <a:rPr lang="en-US" smtClean="0"/>
              <a:t>‹#›</a:t>
            </a:fld>
            <a:endParaRPr lang="en-US"/>
          </a:p>
        </p:txBody>
      </p:sp>
      <p:cxnSp>
        <p:nvCxnSpPr>
          <p:cNvPr id="7" name="Straight Connector 6">
            <a:extLst>
              <a:ext uri="{FF2B5EF4-FFF2-40B4-BE49-F238E27FC236}">
                <a16:creationId xmlns:a16="http://schemas.microsoft.com/office/drawing/2014/main" id="{093DFD8D-B66E-C844-B523-E3C51265F5EA}"/>
              </a:ext>
            </a:extLst>
          </p:cNvPr>
          <p:cNvCxnSpPr>
            <a:cxnSpLocks/>
          </p:cNvCxnSpPr>
          <p:nvPr/>
        </p:nvCxnSpPr>
        <p:spPr>
          <a:xfrm>
            <a:off x="0" y="180556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907495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5223554"/>
            <a:ext cx="11430000" cy="914400"/>
          </a:xfrm>
        </p:spPr>
        <p:txBody>
          <a:bodyPr vert="horz" lIns="91440" tIns="45720" rIns="91440" bIns="45720" rtlCol="0" anchor="b">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39" y="6083090"/>
            <a:ext cx="11429999" cy="566928"/>
          </a:xfrm>
        </p:spPr>
        <p:txBody>
          <a:bodyPr vert="horz" lIns="91440" tIns="45720" rIns="91440" bIns="45720" rtlCol="0" anchor="ctr">
            <a:normAutofit/>
          </a:bodyPr>
          <a:lstStyle>
            <a:lvl1pPr marL="0" indent="0">
              <a:buNone/>
              <a:defRPr lang="en-US"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0" y="0"/>
            <a:ext cx="12192000" cy="5069400"/>
          </a:xfrm>
          <a:blipFill>
            <a:blip r:embed="rId2">
              <a:alphaModFix amt="8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rgbClr val="FFFFFF"/>
                </a:solidFill>
                <a:effectLst>
                  <a:outerShdw blurRad="38100" dist="38100" dir="2700000" algn="tl">
                    <a:srgbClr val="000000">
                      <a:alpha val="43137"/>
                    </a:srgbClr>
                  </a:outerShdw>
                </a:effectLst>
              </a:defRPr>
            </a:lvl1pPr>
          </a:lstStyle>
          <a:p>
            <a:endParaRPr lang="en-US"/>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lvl1pPr>
              <a:defRPr>
                <a:solidFill>
                  <a:srgbClr val="FFFFFF"/>
                </a:solidFill>
                <a:effectLst>
                  <a:outerShdw blurRad="38100" dist="38100" dir="2700000" algn="tl">
                    <a:srgbClr val="000000">
                      <a:alpha val="43137"/>
                    </a:srgbClr>
                  </a:outerShdw>
                </a:effectLst>
              </a:defRPr>
            </a:lvl1pPr>
          </a:lstStyle>
          <a:p>
            <a:fld id="{0F0C0ADD-C37D-44C2-9D21-DFBD6D52640A}" type="datetimeFigureOut">
              <a:rPr lang="en-US" smtClean="0"/>
              <a:t>8/2/2026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rgbClr val="FFFFFF"/>
                </a:solidFill>
                <a:effectLst>
                  <a:outerShdw blurRad="38100" dist="38100" dir="2700000" algn="tl">
                    <a:srgbClr val="000000">
                      <a:alpha val="43137"/>
                    </a:srgbClr>
                  </a:outerShdw>
                </a:effectLst>
              </a:defRPr>
            </a:lvl1pPr>
          </a:lstStyle>
          <a:p>
            <a:fld id="{CC080952-DE12-4472-8945-CA1AA3201AC8}" type="slidenum">
              <a:rPr lang="en-US" smtClean="0"/>
              <a:t>‹#›</a:t>
            </a:fld>
            <a:endParaRPr lang="en-US"/>
          </a:p>
        </p:txBody>
      </p:sp>
      <p:cxnSp>
        <p:nvCxnSpPr>
          <p:cNvPr id="7" name="Straight Connector 6">
            <a:extLst>
              <a:ext uri="{FF2B5EF4-FFF2-40B4-BE49-F238E27FC236}">
                <a16:creationId xmlns:a16="http://schemas.microsoft.com/office/drawing/2014/main" id="{8ABE8472-319C-7663-7B71-2A6549DED7EF}"/>
              </a:ext>
            </a:extLst>
          </p:cNvPr>
          <p:cNvCxnSpPr>
            <a:cxnSpLocks/>
          </p:cNvCxnSpPr>
          <p:nvPr/>
        </p:nvCxnSpPr>
        <p:spPr>
          <a:xfrm>
            <a:off x="0" y="5068350"/>
            <a:ext cx="12188952"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23250987"/>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58952"/>
            <a:ext cx="7589520" cy="4087368"/>
          </a:xfrm>
        </p:spPr>
        <p:txBody>
          <a:bodyPr vert="horz" lIns="91440" tIns="45720" rIns="91440" bIns="45720" rtlCol="0" anchor="t">
            <a:normAutofit/>
          </a:bodyPr>
          <a:lstStyle>
            <a:lvl1pPr>
              <a:defRPr lang="en-US" sz="96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39" y="5404104"/>
            <a:ext cx="11515277" cy="576072"/>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a:xfrm>
            <a:off x="317773" y="6254496"/>
            <a:ext cx="2963692" cy="413360"/>
          </a:xfr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7921742" y="6254496"/>
            <a:ext cx="1679642" cy="413360"/>
          </a:xfrm>
        </p:spPr>
        <p:txBody>
          <a:bodyPr/>
          <a:lstStyle>
            <a:lvl1pPr>
              <a:defRPr>
                <a:solidFill>
                  <a:schemeClr val="tx2"/>
                </a:solidFill>
              </a:defRPr>
            </a:lvl1pPr>
          </a:lstStyle>
          <a:p>
            <a:fld id="{0F0C0ADD-C37D-44C2-9D21-DFBD6D52640A}" type="datetimeFigureOut">
              <a:rPr lang="en-US" smtClean="0"/>
              <a:t>8/2/2026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a:xfrm>
            <a:off x="11288870" y="6254496"/>
            <a:ext cx="546447" cy="413360"/>
          </a:xfrm>
        </p:spPr>
        <p:txBody>
          <a:bodyPr/>
          <a:lstStyle>
            <a:lvl1pPr>
              <a:defRPr>
                <a:solidFill>
                  <a:schemeClr val="tx2"/>
                </a:solidFill>
              </a:defRPr>
            </a:lvl1pPr>
          </a:lstStyle>
          <a:p>
            <a:fld id="{CC080952-DE12-4472-8945-CA1AA3201AC8}" type="slidenum">
              <a:rPr lang="en-US" smtClean="0"/>
              <a:t>‹#›</a:t>
            </a:fld>
            <a:endParaRPr lang="en-US"/>
          </a:p>
        </p:txBody>
      </p:sp>
      <p:cxnSp>
        <p:nvCxnSpPr>
          <p:cNvPr id="8" name="Straight Connector 7">
            <a:extLst>
              <a:ext uri="{FF2B5EF4-FFF2-40B4-BE49-F238E27FC236}">
                <a16:creationId xmlns:a16="http://schemas.microsoft.com/office/drawing/2014/main" id="{F05C310B-ED34-BA33-630C-F8D5EB2A41A2}"/>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C6B77E3C-9D50-9277-C646-D9B5AB8122BB}"/>
              </a:ext>
            </a:extLst>
          </p:cNvPr>
          <p:cNvCxnSpPr>
            <a:cxnSpLocks/>
          </p:cNvCxnSpPr>
          <p:nvPr/>
        </p:nvCxnSpPr>
        <p:spPr>
          <a:xfrm>
            <a:off x="0" y="527477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39373119"/>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rgbClr val="C8350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64008" y="1435608"/>
            <a:ext cx="11594592" cy="5559552"/>
          </a:xfrm>
        </p:spPr>
        <p:txBody>
          <a:bodyPr anchor="b">
            <a:normAutofit/>
          </a:bodyPr>
          <a:lstStyle>
            <a:lvl1pPr>
              <a:lnSpc>
                <a:spcPct val="67000"/>
              </a:lnSpc>
              <a:defRPr sz="14800">
                <a:solidFill>
                  <a:schemeClr val="tx2"/>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p:txBody>
          <a:bodyPr/>
          <a:lstStyle>
            <a:lvl1pPr>
              <a:defRPr>
                <a:solidFill>
                  <a:schemeClr val="tx2"/>
                </a:solidFill>
              </a:defRPr>
            </a:lvl1pPr>
          </a:lstStyle>
          <a:p>
            <a:fld id="{0F0C0ADD-C37D-44C2-9D21-DFBD6D52640A}" type="datetimeFigureOut">
              <a:rPr lang="en-US" smtClean="0"/>
              <a:t>8/2/2026</a:t>
            </a:fld>
            <a:endParaRPr lang="en-US"/>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p:txBody>
          <a:bodyPr/>
          <a:lstStyle>
            <a:lvl1pPr>
              <a:defRPr>
                <a:solidFill>
                  <a:schemeClr val="tx2"/>
                </a:solidFill>
              </a:defRPr>
            </a:lvl1pPr>
          </a:lstStyle>
          <a:p>
            <a:fld id="{CC080952-DE12-4472-8945-CA1AA3201AC8}" type="slidenum">
              <a:rPr lang="en-US" smtClean="0"/>
              <a:t>‹#›</a:t>
            </a:fld>
            <a:endParaRPr lang="en-US"/>
          </a:p>
        </p:txBody>
      </p:sp>
      <p:cxnSp>
        <p:nvCxnSpPr>
          <p:cNvPr id="8" name="Straight Connector 7">
            <a:extLst>
              <a:ext uri="{FF2B5EF4-FFF2-40B4-BE49-F238E27FC236}">
                <a16:creationId xmlns:a16="http://schemas.microsoft.com/office/drawing/2014/main" id="{7F716D65-B11C-E9B7-66BF-88E72C5DCEBA}"/>
              </a:ext>
            </a:extLst>
          </p:cNvPr>
          <p:cNvCxnSpPr>
            <a:cxnSpLocks/>
          </p:cNvCxnSpPr>
          <p:nvPr/>
        </p:nvCxnSpPr>
        <p:spPr>
          <a:xfrm>
            <a:off x="0" y="783822"/>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84050321"/>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obj" preserve="1">
  <p:cSld name="Agenda">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7" y="886968"/>
            <a:ext cx="11405277" cy="1170432"/>
          </a:xfrm>
        </p:spPr>
        <p:txBody>
          <a:bodyPr>
            <a:normAutofit/>
          </a:bodyPr>
          <a:lstStyle>
            <a:lvl1pPr>
              <a:defRPr sz="8800">
                <a:solidFill>
                  <a:schemeClr val="accent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07599C6D-D164-AA94-72F8-241C187199F2}"/>
              </a:ext>
            </a:extLst>
          </p:cNvPr>
          <p:cNvSpPr>
            <a:spLocks noGrp="1"/>
          </p:cNvSpPr>
          <p:nvPr>
            <p:ph type="ftr" sz="quarter" idx="11"/>
          </p:nvPr>
        </p:nvSpPr>
        <p:spPr/>
        <p:txBody>
          <a:bodyPr/>
          <a:lstStyle/>
          <a:p>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764881" y="2832652"/>
            <a:ext cx="6893719" cy="3508951"/>
          </a:xfrm>
        </p:spPr>
        <p:txBody>
          <a:bodyPr anchor="t">
            <a:normAutofit/>
          </a:bodyPr>
          <a:lstStyle>
            <a:lvl1pPr marL="457200" indent="-457200">
              <a:buFont typeface="+mj-lt"/>
              <a:buAutoNum type="arabicPeriod"/>
              <a:defRPr sz="2000"/>
            </a:lvl1pPr>
            <a:lvl2pPr marL="800100" indent="-342900">
              <a:buFont typeface="+mj-lt"/>
              <a:buAutoNum type="arabicPeriod"/>
              <a:defRPr sz="1800"/>
            </a:lvl2pPr>
            <a:lvl3pPr marL="1257300" indent="-342900">
              <a:buFont typeface="+mj-lt"/>
              <a:buAutoNum type="arabicPeriod"/>
              <a:defRPr sz="1600"/>
            </a:lvl3pPr>
            <a:lvl4pPr marL="1714500" indent="-342900">
              <a:buFont typeface="+mj-lt"/>
              <a:buAutoNum type="arabicPeriod"/>
              <a:defRPr sz="1400"/>
            </a:lvl4pPr>
            <a:lvl5pPr marL="21717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10B50CAA-07B2-F8CA-1425-4249CE17A802}"/>
              </a:ext>
            </a:extLst>
          </p:cNvPr>
          <p:cNvSpPr>
            <a:spLocks noGrp="1"/>
          </p:cNvSpPr>
          <p:nvPr>
            <p:ph type="dt" sz="half" idx="10"/>
          </p:nvPr>
        </p:nvSpPr>
        <p:spPr/>
        <p:txBody>
          <a:bodyPr/>
          <a:lstStyle/>
          <a:p>
            <a:fld id="{0F0C0ADD-C37D-44C2-9D21-DFBD6D52640A}" type="datetimeFigureOut">
              <a:rPr lang="en-US" smtClean="0"/>
              <a:t>8/2/2026</a:t>
            </a:fld>
            <a:endParaRPr lang="en-US"/>
          </a:p>
        </p:txBody>
      </p:sp>
      <p:sp>
        <p:nvSpPr>
          <p:cNvPr id="11" name="Slide Number Placeholder 10">
            <a:extLst>
              <a:ext uri="{FF2B5EF4-FFF2-40B4-BE49-F238E27FC236}">
                <a16:creationId xmlns:a16="http://schemas.microsoft.com/office/drawing/2014/main" id="{5DEAD866-E26E-BF23-7B5D-9F689B2FA881}"/>
              </a:ext>
            </a:extLst>
          </p:cNvPr>
          <p:cNvSpPr>
            <a:spLocks noGrp="1"/>
          </p:cNvSpPr>
          <p:nvPr>
            <p:ph type="sldNum" sz="quarter" idx="12"/>
          </p:nvPr>
        </p:nvSpPr>
        <p:spPr/>
        <p:txBody>
          <a:bodyPr/>
          <a:lstStyle/>
          <a:p>
            <a:fld id="{CC080952-DE12-4472-8945-CA1AA3201AC8}" type="slidenum">
              <a:rPr lang="en-US" smtClean="0"/>
              <a:t>‹#›</a:t>
            </a:fld>
            <a:endParaRPr lang="en-US"/>
          </a:p>
        </p:txBody>
      </p:sp>
      <p:cxnSp>
        <p:nvCxnSpPr>
          <p:cNvPr id="9" name="Straight Connector 8">
            <a:extLst>
              <a:ext uri="{FF2B5EF4-FFF2-40B4-BE49-F238E27FC236}">
                <a16:creationId xmlns:a16="http://schemas.microsoft.com/office/drawing/2014/main" id="{E8AC7CAE-FC19-2728-AA3B-1D2FE7879B25}"/>
              </a:ext>
            </a:extLst>
          </p:cNvPr>
          <p:cNvCxnSpPr>
            <a:cxnSpLocks/>
          </p:cNvCxnSpPr>
          <p:nvPr/>
        </p:nvCxnSpPr>
        <p:spPr>
          <a:xfrm>
            <a:off x="0" y="2118492"/>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F11B3592-91FB-05F4-B422-A40D7CD4DE2D}"/>
              </a:ext>
            </a:extLst>
          </p:cNvPr>
          <p:cNvCxnSpPr>
            <a:cxnSpLocks/>
          </p:cNvCxnSpPr>
          <p:nvPr/>
        </p:nvCxnSpPr>
        <p:spPr>
          <a:xfrm>
            <a:off x="0" y="800100"/>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93182275"/>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genda with Picture">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266944" y="521208"/>
            <a:ext cx="6647688" cy="1865376"/>
          </a:xfrm>
        </p:spPr>
        <p:txBody>
          <a:bodyPr>
            <a:normAutofit/>
          </a:bodyPr>
          <a:lstStyle>
            <a:lvl1pPr>
              <a:defRPr sz="8000">
                <a:solidFill>
                  <a:schemeClr val="accent1"/>
                </a:solidFill>
              </a:defRPr>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AD3A4126-4E48-DD2C-1468-6A36AE6C1D14}"/>
              </a:ext>
            </a:extLst>
          </p:cNvPr>
          <p:cNvSpPr>
            <a:spLocks noGrp="1"/>
          </p:cNvSpPr>
          <p:nvPr>
            <p:ph type="pic" sz="quarter" idx="13" hasCustomPrompt="1"/>
          </p:nvPr>
        </p:nvSpPr>
        <p:spPr>
          <a:xfrm>
            <a:off x="0" y="0"/>
            <a:ext cx="4917320" cy="6858000"/>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266943" y="2651760"/>
            <a:ext cx="6327648" cy="3547872"/>
          </a:xfrm>
        </p:spPr>
        <p:txBody>
          <a:bodyPr>
            <a:normAutofit/>
          </a:bodyPr>
          <a:lstStyle>
            <a:lvl1pPr marL="457200" indent="-457200">
              <a:buFont typeface="+mj-lt"/>
              <a:buAutoNum type="arabicPeriod"/>
              <a:defRPr sz="2000"/>
            </a:lvl1pPr>
            <a:lvl2pPr marL="800100" indent="-342900">
              <a:buFont typeface="+mj-lt"/>
              <a:buAutoNum type="arabicPeriod"/>
              <a:defRPr sz="1800"/>
            </a:lvl2pPr>
            <a:lvl3pPr marL="1257300" indent="-342900">
              <a:buFont typeface="+mj-lt"/>
              <a:buAutoNum type="arabicPeriod"/>
              <a:defRPr sz="1600"/>
            </a:lvl3pPr>
            <a:lvl4pPr marL="1714500" indent="-342900">
              <a:buFont typeface="+mj-lt"/>
              <a:buAutoNum type="arabicPeriod"/>
              <a:defRPr sz="1400"/>
            </a:lvl4pPr>
            <a:lvl5pPr marL="21717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5271899" y="210312"/>
            <a:ext cx="2962656" cy="411480"/>
          </a:xfrm>
        </p:spPr>
        <p:txBody>
          <a:bodyPr/>
          <a:lstStyle/>
          <a:p>
            <a:endParaRPr 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573511" y="210312"/>
            <a:ext cx="1679642" cy="411480"/>
          </a:xfrm>
        </p:spPr>
        <p:txBody>
          <a:bodyPr/>
          <a:lstStyle/>
          <a:p>
            <a:fld id="{0F0C0ADD-C37D-44C2-9D21-DFBD6D52640A}" type="datetimeFigureOut">
              <a:rPr lang="en-US" smtClean="0"/>
              <a:t>8/2/2026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CC080952-DE12-4472-8945-CA1AA3201AC8}" type="slidenum">
              <a:rPr lang="en-US" smtClean="0"/>
              <a:t>‹#›</a:t>
            </a:fld>
            <a:endParaRPr lang="en-US"/>
          </a:p>
        </p:txBody>
      </p:sp>
      <p:cxnSp>
        <p:nvCxnSpPr>
          <p:cNvPr id="9" name="Straight Connector 8">
            <a:extLst>
              <a:ext uri="{FF2B5EF4-FFF2-40B4-BE49-F238E27FC236}">
                <a16:creationId xmlns:a16="http://schemas.microsoft.com/office/drawing/2014/main" id="{E7633BE4-C9B9-310C-1EAE-191B5D344B59}"/>
              </a:ext>
            </a:extLst>
          </p:cNvPr>
          <p:cNvCxnSpPr>
            <a:cxnSpLocks/>
          </p:cNvCxnSpPr>
          <p:nvPr/>
        </p:nvCxnSpPr>
        <p:spPr>
          <a:xfrm>
            <a:off x="4923916" y="2452449"/>
            <a:ext cx="7268084"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EA010762-96A4-4E1C-CD5D-EE1C1D1FC6E2}"/>
              </a:ext>
            </a:extLst>
          </p:cNvPr>
          <p:cNvCxnSpPr>
            <a:cxnSpLocks/>
          </p:cNvCxnSpPr>
          <p:nvPr/>
        </p:nvCxnSpPr>
        <p:spPr>
          <a:xfrm flipV="1">
            <a:off x="4923916" y="0"/>
            <a:ext cx="0" cy="685800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73521665"/>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3191" y="2077374"/>
            <a:ext cx="4479107" cy="2691413"/>
          </a:xfrm>
        </p:spPr>
        <p:txBody>
          <a:bodyPr vert="horz" lIns="91440" tIns="45720" rIns="91440" bIns="45720" rtlCol="0" anchor="ctr">
            <a:normAutofit/>
          </a:bodyPr>
          <a:lstStyle>
            <a:lvl1pPr>
              <a:defRPr lang="en-US" sz="6600" dirty="0"/>
            </a:lvl1pPr>
          </a:lstStyle>
          <a:p>
            <a:pPr lvl="0"/>
            <a:r>
              <a:rPr lang="en-US"/>
              <a:t>Click to edit Master title style</a:t>
            </a:r>
            <a:endParaRPr lang="en-US" dirty="0"/>
          </a:p>
        </p:txBody>
      </p:sp>
      <p:sp>
        <p:nvSpPr>
          <p:cNvPr id="10" name="Footer Placeholder 9">
            <a:extLst>
              <a:ext uri="{FF2B5EF4-FFF2-40B4-BE49-F238E27FC236}">
                <a16:creationId xmlns:a16="http://schemas.microsoft.com/office/drawing/2014/main" id="{F7DEB5EF-910B-9B2B-CB95-1AD374FECAFB}"/>
              </a:ext>
            </a:extLst>
          </p:cNvPr>
          <p:cNvSpPr>
            <a:spLocks noGrp="1"/>
          </p:cNvSpPr>
          <p:nvPr>
            <p:ph type="ftr" sz="quarter" idx="11"/>
          </p:nvPr>
        </p:nvSpPr>
        <p:spPr/>
        <p:txBody>
          <a:bodyPr/>
          <a:lstStyle/>
          <a:p>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751577" y="2210542"/>
            <a:ext cx="5869293" cy="2432477"/>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5FD4BD0F-0EF0-D5B9-5485-1ECB765DC5D9}"/>
              </a:ext>
            </a:extLst>
          </p:cNvPr>
          <p:cNvSpPr>
            <a:spLocks noGrp="1"/>
          </p:cNvSpPr>
          <p:nvPr>
            <p:ph type="dt" sz="half" idx="10"/>
          </p:nvPr>
        </p:nvSpPr>
        <p:spPr>
          <a:xfrm>
            <a:off x="5751577" y="207982"/>
            <a:ext cx="1921315" cy="413360"/>
          </a:xfrm>
        </p:spPr>
        <p:txBody>
          <a:bodyPr/>
          <a:lstStyle/>
          <a:p>
            <a:fld id="{0F0C0ADD-C37D-44C2-9D21-DFBD6D52640A}" type="datetimeFigureOut">
              <a:rPr lang="en-US" smtClean="0"/>
              <a:t>8/2/2026</a:t>
            </a:fld>
            <a:endParaRPr lang="en-US"/>
          </a:p>
        </p:txBody>
      </p:sp>
      <p:sp>
        <p:nvSpPr>
          <p:cNvPr id="12" name="Slide Number Placeholder 11">
            <a:extLst>
              <a:ext uri="{FF2B5EF4-FFF2-40B4-BE49-F238E27FC236}">
                <a16:creationId xmlns:a16="http://schemas.microsoft.com/office/drawing/2014/main" id="{8566B317-2D55-4797-E621-551FCA482D78}"/>
              </a:ext>
            </a:extLst>
          </p:cNvPr>
          <p:cNvSpPr>
            <a:spLocks noGrp="1"/>
          </p:cNvSpPr>
          <p:nvPr>
            <p:ph type="sldNum" sz="quarter" idx="12"/>
          </p:nvPr>
        </p:nvSpPr>
        <p:spPr/>
        <p:txBody>
          <a:bodyPr/>
          <a:lstStyle/>
          <a:p>
            <a:fld id="{CC080952-DE12-4472-8945-CA1AA3201AC8}"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5311938" y="1550633"/>
            <a:ext cx="0" cy="3756734"/>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6790D5D6-313A-8ACD-591F-F8BEC510B947}"/>
              </a:ext>
            </a:extLst>
          </p:cNvPr>
          <p:cNvCxnSpPr>
            <a:cxnSpLocks/>
          </p:cNvCxnSpPr>
          <p:nvPr/>
        </p:nvCxnSpPr>
        <p:spPr>
          <a:xfrm>
            <a:off x="0" y="5308844"/>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9F6F1415-3933-6D89-472D-2FA4BBB279E7}"/>
              </a:ext>
            </a:extLst>
          </p:cNvPr>
          <p:cNvCxnSpPr>
            <a:cxnSpLocks/>
          </p:cNvCxnSpPr>
          <p:nvPr/>
        </p:nvCxnSpPr>
        <p:spPr>
          <a:xfrm>
            <a:off x="0" y="155063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79441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3192" y="1249959"/>
            <a:ext cx="4085912" cy="5125673"/>
          </a:xfrm>
        </p:spPr>
        <p:txBody>
          <a:bodyPr vert="horz" lIns="91440" tIns="45720" rIns="91440" bIns="45720" rtlCol="0" anchor="t">
            <a:normAutofit/>
          </a:bodyPr>
          <a:lstStyle>
            <a:lvl1pPr>
              <a:defRPr lang="en-US" sz="66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2A5B8121-E925-2131-A76A-FBDAB0BC9C80}"/>
              </a:ext>
            </a:extLst>
          </p:cNvPr>
          <p:cNvSpPr>
            <a:spLocks noGrp="1"/>
          </p:cNvSpPr>
          <p:nvPr>
            <p:ph type="ftr" sz="quarter" idx="11"/>
          </p:nvPr>
        </p:nvSpPr>
        <p:spPr/>
        <p:txBody>
          <a:bodyPr/>
          <a:lstStyle/>
          <a:p>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58384" y="1249959"/>
            <a:ext cx="6440424" cy="52387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DBA5BEFD-7245-BB4D-0F86-F1C3A32E0676}"/>
              </a:ext>
            </a:extLst>
          </p:cNvPr>
          <p:cNvSpPr>
            <a:spLocks noGrp="1"/>
          </p:cNvSpPr>
          <p:nvPr>
            <p:ph type="dt" sz="half" idx="10"/>
          </p:nvPr>
        </p:nvSpPr>
        <p:spPr>
          <a:xfrm>
            <a:off x="5363852" y="207982"/>
            <a:ext cx="1921315" cy="413360"/>
          </a:xfrm>
        </p:spPr>
        <p:txBody>
          <a:bodyPr/>
          <a:lstStyle/>
          <a:p>
            <a:fld id="{0F0C0ADD-C37D-44C2-9D21-DFBD6D52640A}" type="datetimeFigureOut">
              <a:rPr lang="en-US" smtClean="0"/>
              <a:t>8/2/2026</a:t>
            </a:fld>
            <a:endParaRPr lang="en-US"/>
          </a:p>
        </p:txBody>
      </p:sp>
      <p:sp>
        <p:nvSpPr>
          <p:cNvPr id="10" name="Slide Number Placeholder 9">
            <a:extLst>
              <a:ext uri="{FF2B5EF4-FFF2-40B4-BE49-F238E27FC236}">
                <a16:creationId xmlns:a16="http://schemas.microsoft.com/office/drawing/2014/main" id="{85879897-4AF6-4B38-AB30-8DD979DC52CE}"/>
              </a:ext>
            </a:extLst>
          </p:cNvPr>
          <p:cNvSpPr>
            <a:spLocks noGrp="1"/>
          </p:cNvSpPr>
          <p:nvPr>
            <p:ph type="sldNum" sz="quarter" idx="12"/>
          </p:nvPr>
        </p:nvSpPr>
        <p:spPr/>
        <p:txBody>
          <a:bodyPr/>
          <a:lstStyle/>
          <a:p>
            <a:fld id="{CC080952-DE12-4472-8945-CA1AA3201AC8}"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4918746" y="805343"/>
            <a:ext cx="0" cy="605265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74279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330876" y="749808"/>
            <a:ext cx="6442024" cy="2039112"/>
          </a:xfrm>
        </p:spPr>
        <p:txBody>
          <a:bodyPr vert="horz" lIns="91440" tIns="45720" rIns="91440" bIns="45720" rtlCol="0" anchor="t">
            <a:normAutofit/>
          </a:bodyPr>
          <a:lstStyle>
            <a:lvl1pPr>
              <a:defRPr lang="en-US" sz="7200"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4910328" cy="6858000"/>
          </a:xfrm>
          <a:blipFill>
            <a:blip r:embed="rId2">
              <a:alphaModFix amt="8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5330875" y="213482"/>
            <a:ext cx="2962656" cy="411480"/>
          </a:xfrm>
        </p:spPr>
        <p:txBody>
          <a:bodyPr/>
          <a:lstStyle/>
          <a:p>
            <a:endParaRPr 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609227" y="210312"/>
            <a:ext cx="1679642" cy="411480"/>
          </a:xfrm>
        </p:spPr>
        <p:txBody>
          <a:bodyPr/>
          <a:lstStyle/>
          <a:p>
            <a:fld id="{0F0C0ADD-C37D-44C2-9D21-DFBD6D52640A}" type="datetimeFigureOut">
              <a:rPr lang="en-US" smtClean="0"/>
              <a:t>8/2/2026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CC080952-DE12-4472-8945-CA1AA3201AC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30875" y="2944368"/>
            <a:ext cx="6442025" cy="35716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910328"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95157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750308" y="612648"/>
            <a:ext cx="7022592" cy="103327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4342584" cy="6858000"/>
          </a:xfrm>
          <a:blipFill>
            <a:blip r:embed="rId2">
              <a:alphaModFix amt="80000"/>
            </a:blip>
            <a:stretch>
              <a:fillRect/>
            </a:stretch>
          </a:blipFill>
        </p:spPr>
        <p:txBody>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CD81791C-036D-058C-0055-96793694D657}"/>
              </a:ext>
            </a:extLst>
          </p:cNvPr>
          <p:cNvSpPr>
            <a:spLocks noGrp="1"/>
          </p:cNvSpPr>
          <p:nvPr>
            <p:ph type="ftr" sz="quarter" idx="15"/>
          </p:nvPr>
        </p:nvSpPr>
        <p:spPr>
          <a:xfrm>
            <a:off x="4750307" y="210312"/>
            <a:ext cx="3531437" cy="413360"/>
          </a:xfrm>
        </p:spPr>
        <p:txBody>
          <a:bodyPr/>
          <a:lstStyle/>
          <a:p>
            <a:endParaRPr lang="en-US"/>
          </a:p>
        </p:txBody>
      </p:sp>
      <p:sp>
        <p:nvSpPr>
          <p:cNvPr id="7" name="Date Placeholder 6">
            <a:extLst>
              <a:ext uri="{FF2B5EF4-FFF2-40B4-BE49-F238E27FC236}">
                <a16:creationId xmlns:a16="http://schemas.microsoft.com/office/drawing/2014/main" id="{E2A8DE5B-9C41-DE5B-BF91-98510120DCFE}"/>
              </a:ext>
            </a:extLst>
          </p:cNvPr>
          <p:cNvSpPr>
            <a:spLocks noGrp="1"/>
          </p:cNvSpPr>
          <p:nvPr>
            <p:ph type="dt" sz="half" idx="14"/>
          </p:nvPr>
        </p:nvSpPr>
        <p:spPr>
          <a:xfrm>
            <a:off x="9582299" y="210312"/>
            <a:ext cx="1679642" cy="413360"/>
          </a:xfrm>
        </p:spPr>
        <p:txBody>
          <a:bodyPr/>
          <a:lstStyle/>
          <a:p>
            <a:fld id="{0F0C0ADD-C37D-44C2-9D21-DFBD6D52640A}" type="datetimeFigureOut">
              <a:rPr lang="en-US" smtClean="0"/>
              <a:t>8/2/2026</a:t>
            </a:fld>
            <a:endParaRPr lang="en-US"/>
          </a:p>
        </p:txBody>
      </p:sp>
      <p:sp>
        <p:nvSpPr>
          <p:cNvPr id="11" name="Slide Number Placeholder 10">
            <a:extLst>
              <a:ext uri="{FF2B5EF4-FFF2-40B4-BE49-F238E27FC236}">
                <a16:creationId xmlns:a16="http://schemas.microsoft.com/office/drawing/2014/main" id="{0E0FD979-F905-C567-8E21-A3EDCE179803}"/>
              </a:ext>
            </a:extLst>
          </p:cNvPr>
          <p:cNvSpPr>
            <a:spLocks noGrp="1"/>
          </p:cNvSpPr>
          <p:nvPr>
            <p:ph type="sldNum" sz="quarter" idx="16"/>
          </p:nvPr>
        </p:nvSpPr>
        <p:spPr/>
        <p:txBody>
          <a:bodyPr/>
          <a:lstStyle/>
          <a:p>
            <a:fld id="{CC080952-DE12-4472-8945-CA1AA3201AC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750307" y="1746503"/>
            <a:ext cx="7022592" cy="48066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345760"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793831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612648"/>
            <a:ext cx="7015483" cy="103327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Footer Placeholder 10">
            <a:extLst>
              <a:ext uri="{FF2B5EF4-FFF2-40B4-BE49-F238E27FC236}">
                <a16:creationId xmlns:a16="http://schemas.microsoft.com/office/drawing/2014/main" id="{BB59EF2B-7C7F-BA27-16C2-C56B21D3774C}"/>
              </a:ext>
            </a:extLst>
          </p:cNvPr>
          <p:cNvSpPr>
            <a:spLocks noGrp="1"/>
          </p:cNvSpPr>
          <p:nvPr>
            <p:ph type="ftr" sz="quarter" idx="15"/>
          </p:nvPr>
        </p:nvSpPr>
        <p:spPr/>
        <p:txBody>
          <a:bodyPr/>
          <a:lstStyle/>
          <a:p>
            <a:endParaRPr lang="en-US"/>
          </a:p>
        </p:txBody>
      </p:sp>
      <p:sp>
        <p:nvSpPr>
          <p:cNvPr id="9" name="Date Placeholder 8">
            <a:extLst>
              <a:ext uri="{FF2B5EF4-FFF2-40B4-BE49-F238E27FC236}">
                <a16:creationId xmlns:a16="http://schemas.microsoft.com/office/drawing/2014/main" id="{2A99D216-CE5A-6458-A23E-BE0E554AC3D1}"/>
              </a:ext>
            </a:extLst>
          </p:cNvPr>
          <p:cNvSpPr>
            <a:spLocks noGrp="1"/>
          </p:cNvSpPr>
          <p:nvPr>
            <p:ph type="dt" sz="half" idx="14"/>
          </p:nvPr>
        </p:nvSpPr>
        <p:spPr>
          <a:xfrm>
            <a:off x="5224951" y="207982"/>
            <a:ext cx="1682496" cy="413360"/>
          </a:xfrm>
        </p:spPr>
        <p:txBody>
          <a:bodyPr/>
          <a:lstStyle/>
          <a:p>
            <a:fld id="{0F0C0ADD-C37D-44C2-9D21-DFBD6D52640A}" type="datetimeFigureOut">
              <a:rPr lang="en-US" smtClean="0"/>
              <a:t>8/2/2026</a:t>
            </a:fld>
            <a:endParaRPr lang="en-US"/>
          </a:p>
        </p:txBody>
      </p:sp>
      <p:sp>
        <p:nvSpPr>
          <p:cNvPr id="12" name="Slide Number Placeholder 11">
            <a:extLst>
              <a:ext uri="{FF2B5EF4-FFF2-40B4-BE49-F238E27FC236}">
                <a16:creationId xmlns:a16="http://schemas.microsoft.com/office/drawing/2014/main" id="{3220FA64-3C9A-EBCF-5C28-E7DED40C97DC}"/>
              </a:ext>
            </a:extLst>
          </p:cNvPr>
          <p:cNvSpPr>
            <a:spLocks noGrp="1"/>
          </p:cNvSpPr>
          <p:nvPr>
            <p:ph type="sldNum" sz="quarter" idx="16"/>
          </p:nvPr>
        </p:nvSpPr>
        <p:spPr>
          <a:xfrm>
            <a:off x="6789594" y="207982"/>
            <a:ext cx="546447" cy="413360"/>
          </a:xfrm>
        </p:spPr>
        <p:txBody>
          <a:bodyPr/>
          <a:lstStyle/>
          <a:p>
            <a:fld id="{CC080952-DE12-4472-8945-CA1AA3201AC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1746504"/>
            <a:ext cx="7018271" cy="4806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7773592" y="0"/>
            <a:ext cx="4417215" cy="6858000"/>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7768833"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954140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17773" y="749808"/>
            <a:ext cx="5778227" cy="103327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p>
            <a:endParaRPr 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969163" y="210312"/>
            <a:ext cx="1679642" cy="411480"/>
          </a:xfrm>
        </p:spPr>
        <p:txBody>
          <a:bodyPr/>
          <a:lstStyle/>
          <a:p>
            <a:fld id="{0F0C0ADD-C37D-44C2-9D21-DFBD6D52640A}" type="datetimeFigureOut">
              <a:rPr lang="en-US" smtClean="0"/>
              <a:t>8/2/2026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5614093" y="210312"/>
            <a:ext cx="546447" cy="413360"/>
          </a:xfrm>
        </p:spPr>
        <p:txBody>
          <a:bodyPr/>
          <a:lstStyle/>
          <a:p>
            <a:fld id="{CC080952-DE12-4472-8945-CA1AA3201AC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1993391"/>
            <a:ext cx="5778227" cy="45598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6575416" y="0"/>
            <a:ext cx="5616584" cy="6858000"/>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AF4034EB-F498-D527-195A-D17B85027774}"/>
              </a:ext>
            </a:extLst>
          </p:cNvPr>
          <p:cNvCxnSpPr>
            <a:cxnSpLocks/>
          </p:cNvCxnSpPr>
          <p:nvPr/>
        </p:nvCxnSpPr>
        <p:spPr>
          <a:xfrm>
            <a:off x="6570629" y="0"/>
            <a:ext cx="0" cy="6857999"/>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016452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749808"/>
            <a:ext cx="4123680" cy="1517904"/>
          </a:xfrm>
        </p:spPr>
        <p:txBody>
          <a:bodyPr vert="horz" lIns="91440" tIns="45720" rIns="91440" bIns="45720" rtlCol="0" anchor="t">
            <a:normAutofit/>
          </a:bodyPr>
          <a:lstStyle>
            <a:lvl1pPr>
              <a:defRPr lang="en-US" sz="4000"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3" y="210312"/>
            <a:ext cx="2260057" cy="411480"/>
          </a:xfrm>
        </p:spPr>
        <p:txBody>
          <a:bodyPr/>
          <a:lstStyle/>
          <a:p>
            <a:endParaRPr 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029329" y="210312"/>
            <a:ext cx="1058111" cy="411480"/>
          </a:xfrm>
        </p:spPr>
        <p:txBody>
          <a:bodyPr/>
          <a:lstStyle/>
          <a:p>
            <a:fld id="{0F0C0ADD-C37D-44C2-9D21-DFBD6D52640A}" type="datetimeFigureOut">
              <a:rPr lang="en-US" smtClean="0"/>
              <a:t>8/2/2026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4010197" y="210312"/>
            <a:ext cx="440969" cy="413360"/>
          </a:xfrm>
        </p:spPr>
        <p:txBody>
          <a:bodyPr/>
          <a:lstStyle/>
          <a:p>
            <a:fld id="{CC080952-DE12-4472-8945-CA1AA3201AC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9704" y="2578609"/>
            <a:ext cx="4130606" cy="37124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4912658" y="0"/>
            <a:ext cx="7279341" cy="6858000"/>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907963"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057082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11514755" cy="960120"/>
          </a:xfrm>
        </p:spPr>
        <p:txBody>
          <a:bodyPr vert="horz" lIns="91440" tIns="45720" rIns="91440" bIns="45720" rtlCol="0" anchor="t">
            <a:normAutofit/>
          </a:bodyPr>
          <a:lstStyle>
            <a:lvl1pPr>
              <a:defRPr lang="en-US" sz="72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F8890DBE-0DD3-8504-F95F-4225535FB1B9}"/>
              </a:ext>
            </a:extLst>
          </p:cNvPr>
          <p:cNvSpPr>
            <a:spLocks noGrp="1"/>
          </p:cNvSpPr>
          <p:nvPr>
            <p:ph type="ftr" sz="quarter" idx="15"/>
          </p:nvPr>
        </p:nvSpPr>
        <p:spPr/>
        <p:txBody>
          <a:bodyPr/>
          <a:lstStyle/>
          <a:p>
            <a:endParaRPr lang="en-US"/>
          </a:p>
        </p:txBody>
      </p:sp>
      <p:sp>
        <p:nvSpPr>
          <p:cNvPr id="7" name="Date Placeholder 6">
            <a:extLst>
              <a:ext uri="{FF2B5EF4-FFF2-40B4-BE49-F238E27FC236}">
                <a16:creationId xmlns:a16="http://schemas.microsoft.com/office/drawing/2014/main" id="{734BB28A-95D9-4CE6-DA59-520BA3C61CDB}"/>
              </a:ext>
            </a:extLst>
          </p:cNvPr>
          <p:cNvSpPr>
            <a:spLocks noGrp="1"/>
          </p:cNvSpPr>
          <p:nvPr>
            <p:ph type="dt" sz="half" idx="14"/>
          </p:nvPr>
        </p:nvSpPr>
        <p:spPr/>
        <p:txBody>
          <a:bodyPr/>
          <a:lstStyle/>
          <a:p>
            <a:fld id="{0F0C0ADD-C37D-44C2-9D21-DFBD6D52640A}" type="datetimeFigureOut">
              <a:rPr lang="en-US" smtClean="0"/>
              <a:t>8/2/2026</a:t>
            </a:fld>
            <a:endParaRPr lang="en-US"/>
          </a:p>
        </p:txBody>
      </p:sp>
      <p:sp>
        <p:nvSpPr>
          <p:cNvPr id="12" name="Slide Number Placeholder 11">
            <a:extLst>
              <a:ext uri="{FF2B5EF4-FFF2-40B4-BE49-F238E27FC236}">
                <a16:creationId xmlns:a16="http://schemas.microsoft.com/office/drawing/2014/main" id="{E1FA0A0C-CE55-CB7D-174D-D77937630A9D}"/>
              </a:ext>
            </a:extLst>
          </p:cNvPr>
          <p:cNvSpPr>
            <a:spLocks noGrp="1"/>
          </p:cNvSpPr>
          <p:nvPr>
            <p:ph type="sldNum" sz="quarter" idx="16"/>
          </p:nvPr>
        </p:nvSpPr>
        <p:spPr/>
        <p:txBody>
          <a:bodyPr/>
          <a:lstStyle/>
          <a:p>
            <a:fld id="{CC080952-DE12-4472-8945-CA1AA3201AC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2180556"/>
            <a:ext cx="5012355" cy="428425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5822674" y="1834524"/>
            <a:ext cx="6378722" cy="5023476"/>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6C753443-12E2-4CD3-2C6F-4E20536BA82B}"/>
              </a:ext>
            </a:extLst>
          </p:cNvPr>
          <p:cNvCxnSpPr>
            <a:cxnSpLocks/>
          </p:cNvCxnSpPr>
          <p:nvPr/>
        </p:nvCxnSpPr>
        <p:spPr>
          <a:xfrm>
            <a:off x="5816454" y="1827254"/>
            <a:ext cx="0" cy="504063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89B4AF9B-8CF3-D7A8-CDB9-8E513FFF57EC}"/>
              </a:ext>
            </a:extLst>
          </p:cNvPr>
          <p:cNvCxnSpPr>
            <a:cxnSpLocks/>
          </p:cNvCxnSpPr>
          <p:nvPr/>
        </p:nvCxnSpPr>
        <p:spPr>
          <a:xfrm>
            <a:off x="0" y="1827254"/>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918162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5166364"/>
            <a:ext cx="3656530" cy="122342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12198096" cy="4837176"/>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699121" y="5166364"/>
            <a:ext cx="7073776" cy="1223420"/>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437376"/>
            <a:ext cx="2962656" cy="365125"/>
          </a:xfrm>
        </p:spPr>
        <p:txBody>
          <a:bodyPr/>
          <a:lstStyle/>
          <a:p>
            <a:endParaRPr 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4699121" y="6437193"/>
            <a:ext cx="4549413" cy="365125"/>
          </a:xfrm>
        </p:spPr>
        <p:txBody>
          <a:bodyPr/>
          <a:lstStyle/>
          <a:p>
            <a:fld id="{0F0C0ADD-C37D-44C2-9D21-DFBD6D52640A}" type="datetimeFigureOut">
              <a:rPr lang="en-US" smtClean="0"/>
              <a:t>8/2/2026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437376"/>
            <a:ext cx="546447" cy="413360"/>
          </a:xfrm>
        </p:spPr>
        <p:txBody>
          <a:bodyPr/>
          <a:lstStyle/>
          <a:p>
            <a:fld id="{CC080952-DE12-4472-8945-CA1AA3201AC8}" type="slidenum">
              <a:rPr lang="en-US" smtClean="0"/>
              <a:t>‹#›</a:t>
            </a:fld>
            <a:endParaRPr lang="en-US"/>
          </a:p>
        </p:txBody>
      </p:sp>
      <p:cxnSp>
        <p:nvCxnSpPr>
          <p:cNvPr id="9" name="Straight Connector 8">
            <a:extLst>
              <a:ext uri="{FF2B5EF4-FFF2-40B4-BE49-F238E27FC236}">
                <a16:creationId xmlns:a16="http://schemas.microsoft.com/office/drawing/2014/main" id="{5DF9F6E2-159F-CDF3-F2D3-AB7A7E505C0B}"/>
              </a:ext>
            </a:extLst>
          </p:cNvPr>
          <p:cNvCxnSpPr>
            <a:cxnSpLocks/>
          </p:cNvCxnSpPr>
          <p:nvPr/>
        </p:nvCxnSpPr>
        <p:spPr>
          <a:xfrm>
            <a:off x="4283425" y="4837176"/>
            <a:ext cx="0" cy="2020824"/>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D4F9120-94C1-CA43-BF4E-9411F4866A20}"/>
              </a:ext>
            </a:extLst>
          </p:cNvPr>
          <p:cNvCxnSpPr>
            <a:cxnSpLocks/>
          </p:cNvCxnSpPr>
          <p:nvPr/>
        </p:nvCxnSpPr>
        <p:spPr>
          <a:xfrm>
            <a:off x="-1250" y="4842106"/>
            <a:ext cx="1219325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260816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62002"/>
            <a:ext cx="6612786" cy="1555895"/>
          </a:xfrm>
        </p:spPr>
        <p:txBody>
          <a:bodyPr vert="horz" lIns="91440" tIns="45720" rIns="91440" bIns="45720" rtlCol="0" anchor="t">
            <a:normAutofit/>
          </a:bodyPr>
          <a:lstStyle>
            <a:lvl1pPr>
              <a:defRPr lang="en-US" sz="60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6A2AC736-2858-40E1-3533-38692573ECE6}"/>
              </a:ext>
            </a:extLst>
          </p:cNvPr>
          <p:cNvSpPr>
            <a:spLocks noGrp="1"/>
          </p:cNvSpPr>
          <p:nvPr>
            <p:ph type="ftr" sz="quarter" idx="15"/>
          </p:nvPr>
        </p:nvSpPr>
        <p:spPr/>
        <p:txBody>
          <a:bodyPr/>
          <a:lstStyle/>
          <a:p>
            <a:endParaRPr lang="en-US"/>
          </a:p>
        </p:txBody>
      </p:sp>
      <p:sp>
        <p:nvSpPr>
          <p:cNvPr id="8" name="Date Placeholder 7">
            <a:extLst>
              <a:ext uri="{FF2B5EF4-FFF2-40B4-BE49-F238E27FC236}">
                <a16:creationId xmlns:a16="http://schemas.microsoft.com/office/drawing/2014/main" id="{6F901C69-26AA-7830-9BFF-EC62E8208AB7}"/>
              </a:ext>
            </a:extLst>
          </p:cNvPr>
          <p:cNvSpPr>
            <a:spLocks noGrp="1"/>
          </p:cNvSpPr>
          <p:nvPr>
            <p:ph type="dt" sz="half" idx="14"/>
          </p:nvPr>
        </p:nvSpPr>
        <p:spPr/>
        <p:txBody>
          <a:bodyPr/>
          <a:lstStyle/>
          <a:p>
            <a:fld id="{0F0C0ADD-C37D-44C2-9D21-DFBD6D52640A}" type="datetimeFigureOut">
              <a:rPr lang="en-US" smtClean="0"/>
              <a:t>8/2/2026</a:t>
            </a:fld>
            <a:endParaRPr lang="en-US"/>
          </a:p>
        </p:txBody>
      </p:sp>
      <p:sp>
        <p:nvSpPr>
          <p:cNvPr id="11" name="Slide Number Placeholder 10">
            <a:extLst>
              <a:ext uri="{FF2B5EF4-FFF2-40B4-BE49-F238E27FC236}">
                <a16:creationId xmlns:a16="http://schemas.microsoft.com/office/drawing/2014/main" id="{A83EC4C7-2AFC-9797-0F80-FCBABD2A8562}"/>
              </a:ext>
            </a:extLst>
          </p:cNvPr>
          <p:cNvSpPr>
            <a:spLocks noGrp="1"/>
          </p:cNvSpPr>
          <p:nvPr>
            <p:ph type="sldNum" sz="quarter" idx="16"/>
          </p:nvPr>
        </p:nvSpPr>
        <p:spPr/>
        <p:txBody>
          <a:bodyPr/>
          <a:lstStyle/>
          <a:p>
            <a:fld id="{CC080952-DE12-4472-8945-CA1AA3201AC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6627" y="2435966"/>
            <a:ext cx="7283725" cy="4422032"/>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680068" y="762000"/>
            <a:ext cx="4092813" cy="579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788F70BF-1865-3761-955D-0621AA22B818}"/>
              </a:ext>
            </a:extLst>
          </p:cNvPr>
          <p:cNvCxnSpPr>
            <a:cxnSpLocks/>
          </p:cNvCxnSpPr>
          <p:nvPr/>
        </p:nvCxnSpPr>
        <p:spPr>
          <a:xfrm>
            <a:off x="0" y="2435966"/>
            <a:ext cx="72771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8638DF4A-7DDF-7C24-D39A-EA7EAF7CFE63}"/>
              </a:ext>
            </a:extLst>
          </p:cNvPr>
          <p:cNvCxnSpPr>
            <a:cxnSpLocks/>
          </p:cNvCxnSpPr>
          <p:nvPr/>
        </p:nvCxnSpPr>
        <p:spPr>
          <a:xfrm>
            <a:off x="7277100" y="0"/>
            <a:ext cx="0" cy="6857999"/>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76281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448056"/>
            <a:ext cx="11514759" cy="1124712"/>
          </a:xfrm>
        </p:spPr>
        <p:txBody>
          <a:bodyPr vert="horz" lIns="91440" tIns="45720" rIns="91440" bIns="45720" rtlCol="0" anchor="ctr">
            <a:normAutofit/>
          </a:bodyPr>
          <a:lstStyle>
            <a:lvl1pPr>
              <a:defRPr lang="en-US"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p>
            <a:endParaRPr 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p>
            <a:fld id="{0F0C0ADD-C37D-44C2-9D21-DFBD6D52640A}" type="datetimeFigureOut">
              <a:rPr lang="en-US" smtClean="0"/>
              <a:t>8/2/2026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07982"/>
            <a:ext cx="546447" cy="411480"/>
          </a:xfrm>
        </p:spPr>
        <p:txBody>
          <a:bodyPr/>
          <a:lstStyle/>
          <a:p>
            <a:fld id="{CC080952-DE12-4472-8945-CA1AA3201AC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3614" y="1700784"/>
            <a:ext cx="3318170" cy="5157216"/>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801441" y="2130553"/>
            <a:ext cx="7971459" cy="4422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6C347961-3E7C-FAAC-2283-DA751A80201C}"/>
              </a:ext>
            </a:extLst>
          </p:cNvPr>
          <p:cNvCxnSpPr>
            <a:cxnSpLocks/>
          </p:cNvCxnSpPr>
          <p:nvPr/>
        </p:nvCxnSpPr>
        <p:spPr>
          <a:xfrm>
            <a:off x="0" y="1695518"/>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BE4B3C03-E31F-77F7-02F0-8C25E1C62792}"/>
              </a:ext>
            </a:extLst>
          </p:cNvPr>
          <p:cNvCxnSpPr>
            <a:cxnSpLocks/>
          </p:cNvCxnSpPr>
          <p:nvPr/>
        </p:nvCxnSpPr>
        <p:spPr>
          <a:xfrm>
            <a:off x="3318170" y="1695518"/>
            <a:ext cx="0" cy="5162482"/>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3968444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Number Large">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571232" y="1188720"/>
            <a:ext cx="4069080" cy="4480560"/>
          </a:xfrm>
        </p:spPr>
        <p:txBody>
          <a:bodyPr anchor="ctr">
            <a:normAutofit/>
          </a:bodyPr>
          <a:lstStyle>
            <a:lvl1pPr>
              <a:lnSpc>
                <a:spcPct val="110000"/>
              </a:lnSpc>
              <a:defRPr sz="2800" cap="none" baseline="0">
                <a:solidFill>
                  <a:schemeClr val="tx2"/>
                </a:solidFill>
                <a:latin typeface="+mn-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448056" y="1609344"/>
            <a:ext cx="6775704" cy="4151376"/>
          </a:xfrm>
        </p:spPr>
        <p:txBody>
          <a:bodyPr vert="horz" lIns="91440" tIns="45720" rIns="91440" bIns="45720" rtlCol="0" anchor="ctr">
            <a:normAutofit/>
          </a:bodyPr>
          <a:lstStyle>
            <a:lvl1pPr marL="0" indent="0" algn="r">
              <a:lnSpc>
                <a:spcPct val="70000"/>
              </a:lnSpc>
              <a:buNone/>
              <a:defRPr lang="en-US" sz="33400" dirty="0">
                <a:solidFill>
                  <a:schemeClr val="accent1"/>
                </a:solidFill>
                <a:latin typeface="+mj-lt"/>
              </a:defRPr>
            </a:lvl1pPr>
            <a:lvl2pPr marL="457200" indent="0">
              <a:buNone/>
              <a:defRPr lang="en-US" dirty="0">
                <a:solidFill>
                  <a:schemeClr val="accent3">
                    <a:lumMod val="20000"/>
                    <a:lumOff val="80000"/>
                  </a:schemeClr>
                </a:solidFill>
              </a:defRPr>
            </a:lvl2pPr>
            <a:lvl3pPr>
              <a:defRPr lang="en-US" dirty="0">
                <a:solidFill>
                  <a:schemeClr val="accent3">
                    <a:lumMod val="20000"/>
                    <a:lumOff val="80000"/>
                  </a:schemeClr>
                </a:solidFill>
              </a:defRPr>
            </a:lvl3pPr>
            <a:lvl4pPr>
              <a:defRPr lang="en-US" dirty="0">
                <a:solidFill>
                  <a:schemeClr val="accent3">
                    <a:lumMod val="20000"/>
                    <a:lumOff val="80000"/>
                  </a:schemeClr>
                </a:solidFill>
              </a:defRPr>
            </a:lvl4pPr>
            <a:lvl5pPr>
              <a:defRPr lang="en-US" dirty="0">
                <a:solidFill>
                  <a:schemeClr val="accent3">
                    <a:lumMod val="20000"/>
                    <a:lumOff val="80000"/>
                  </a:schemeClr>
                </a:solidFill>
              </a:defRPr>
            </a:lvl5pPr>
          </a:lstStyle>
          <a:p>
            <a:pPr lvl="0"/>
            <a:r>
              <a:rPr lang="en-US" dirty="0"/>
              <a:t>#%</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normAutofit/>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normAutofit/>
          </a:bodyPr>
          <a:lstStyle>
            <a:lvl1pPr>
              <a:defRPr>
                <a:solidFill>
                  <a:schemeClr val="tx2"/>
                </a:solidFill>
              </a:defRPr>
            </a:lvl1pPr>
          </a:lstStyle>
          <a:p>
            <a:fld id="{0F0C0ADD-C37D-44C2-9D21-DFBD6D52640A}" type="datetimeFigureOut">
              <a:rPr lang="en-US" smtClean="0"/>
              <a:t>8/2/2026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normAutofit/>
          </a:bodyPr>
          <a:lstStyle>
            <a:lvl1pPr>
              <a:defRPr>
                <a:solidFill>
                  <a:schemeClr val="tx2"/>
                </a:solidFill>
              </a:defRPr>
            </a:lvl1pPr>
          </a:lstStyle>
          <a:p>
            <a:fld id="{CC080952-DE12-4472-8945-CA1AA3201AC8}" type="slidenum">
              <a:rPr lang="en-US" smtClean="0"/>
              <a:t>‹#›</a:t>
            </a:fld>
            <a:endParaRPr lang="en-US"/>
          </a:p>
        </p:txBody>
      </p:sp>
      <p:cxnSp>
        <p:nvCxnSpPr>
          <p:cNvPr id="10" name="Straight Connector 9">
            <a:extLst>
              <a:ext uri="{FF2B5EF4-FFF2-40B4-BE49-F238E27FC236}">
                <a16:creationId xmlns:a16="http://schemas.microsoft.com/office/drawing/2014/main" id="{C34144DB-F44E-C5EB-68A1-D39E3F401C4E}"/>
              </a:ext>
            </a:extLst>
          </p:cNvPr>
          <p:cNvCxnSpPr>
            <a:cxnSpLocks/>
          </p:cNvCxnSpPr>
          <p:nvPr/>
        </p:nvCxnSpPr>
        <p:spPr>
          <a:xfrm>
            <a:off x="0" y="6069441"/>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54243441"/>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tatement">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17773" y="914400"/>
            <a:ext cx="10045427" cy="4464554"/>
          </a:xfrm>
        </p:spPr>
        <p:txBody>
          <a:bodyPr anchor="ctr">
            <a:noAutofit/>
          </a:bodyPr>
          <a:lstStyle>
            <a:lvl1pPr marL="0" indent="0">
              <a:lnSpc>
                <a:spcPct val="75000"/>
              </a:lnSpc>
              <a:buNone/>
              <a:defRPr sz="8800" b="0">
                <a:solidFill>
                  <a:schemeClr val="tx2"/>
                </a:solidFill>
                <a:latin typeface="+mj-lt"/>
              </a:defRPr>
            </a:lvl1pPr>
            <a:lvl2pPr marL="228600" indent="0">
              <a:lnSpc>
                <a:spcPct val="100000"/>
              </a:lnSpc>
              <a:buNone/>
              <a:defRPr sz="8000" b="0">
                <a:solidFill>
                  <a:schemeClr val="tx2"/>
                </a:solidFill>
                <a:latin typeface="+mj-lt"/>
              </a:defRPr>
            </a:lvl2pPr>
            <a:lvl3pPr marL="457200" indent="0">
              <a:lnSpc>
                <a:spcPct val="100000"/>
              </a:lnSpc>
              <a:buNone/>
              <a:defRPr sz="7200" b="0">
                <a:solidFill>
                  <a:schemeClr val="tx2"/>
                </a:solidFill>
                <a:latin typeface="+mj-lt"/>
              </a:defRPr>
            </a:lvl3pPr>
            <a:lvl4pPr marL="685800" indent="0">
              <a:lnSpc>
                <a:spcPct val="100000"/>
              </a:lnSpc>
              <a:buNone/>
              <a:defRPr sz="6600" b="0">
                <a:solidFill>
                  <a:schemeClr val="tx2"/>
                </a:solidFill>
                <a:latin typeface="+mj-lt"/>
              </a:defRPr>
            </a:lvl4pPr>
            <a:lvl5pPr marL="914400" indent="0">
              <a:lnSpc>
                <a:spcPct val="100000"/>
              </a:lnSpc>
              <a:buNone/>
              <a:defRPr sz="6000" b="0">
                <a:solidFill>
                  <a:schemeClr val="tx2"/>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317773" y="6263640"/>
            <a:ext cx="2963692" cy="413360"/>
          </a:xfrm>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7680069" y="6263640"/>
            <a:ext cx="1921315" cy="413360"/>
          </a:xfrm>
        </p:spPr>
        <p:txBody>
          <a:bodyPr/>
          <a:lstStyle/>
          <a:p>
            <a:fld id="{0F0C0ADD-C37D-44C2-9D21-DFBD6D52640A}" type="datetimeFigureOut">
              <a:rPr lang="en-US" smtClean="0"/>
              <a:t>8/2/2026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288870" y="6263640"/>
            <a:ext cx="546447" cy="413360"/>
          </a:xfrm>
        </p:spPr>
        <p:txBody>
          <a:bodyPr/>
          <a:lstStyle/>
          <a:p>
            <a:fld id="{CC080952-DE12-4472-8945-CA1AA3201AC8}" type="slidenum">
              <a:rPr lang="en-US" smtClean="0"/>
              <a:t>‹#›</a:t>
            </a:fld>
            <a:endParaRPr lang="en-US"/>
          </a:p>
        </p:txBody>
      </p:sp>
      <p:cxnSp>
        <p:nvCxnSpPr>
          <p:cNvPr id="6" name="Straight Connector 5">
            <a:extLst>
              <a:ext uri="{FF2B5EF4-FFF2-40B4-BE49-F238E27FC236}">
                <a16:creationId xmlns:a16="http://schemas.microsoft.com/office/drawing/2014/main" id="{1A935D4C-A027-60A0-BEB8-B1A89C1C5E3A}"/>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37287558"/>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Quot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hasCustomPrompt="1"/>
          </p:nvPr>
        </p:nvSpPr>
        <p:spPr>
          <a:xfrm>
            <a:off x="713232" y="5440220"/>
            <a:ext cx="9299448" cy="1015996"/>
          </a:xfrm>
        </p:spPr>
        <p:txBody>
          <a:bodyPr anchor="ctr">
            <a:normAutofit/>
          </a:bodyPr>
          <a:lstStyle>
            <a:lvl1pPr>
              <a:defRPr sz="2000" cap="none" baseline="0">
                <a:solidFill>
                  <a:schemeClr val="tx2"/>
                </a:solidFill>
                <a:latin typeface="+mn-lt"/>
              </a:defRPr>
            </a:lvl1pPr>
          </a:lstStyle>
          <a:p>
            <a:r>
              <a:rPr lang="en-US" dirty="0"/>
              <a:t>Quote Author</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320040" y="1170816"/>
            <a:ext cx="9692640" cy="3872159"/>
          </a:xfrm>
        </p:spPr>
        <p:txBody>
          <a:bodyPr>
            <a:normAutofit/>
          </a:bodyPr>
          <a:lstStyle>
            <a:lvl1pPr marL="274320" indent="-274320">
              <a:lnSpc>
                <a:spcPct val="70000"/>
              </a:lnSpc>
              <a:buNone/>
              <a:defRPr sz="8800" cap="all" baseline="0">
                <a:solidFill>
                  <a:schemeClr val="tx2"/>
                </a:solidFill>
                <a:latin typeface="+mj-lt"/>
              </a:defRPr>
            </a:lvl1pPr>
            <a:lvl2pPr marL="274320" indent="-274320">
              <a:lnSpc>
                <a:spcPct val="70000"/>
              </a:lnSpc>
              <a:buNone/>
              <a:defRPr sz="8000" cap="all" baseline="0">
                <a:solidFill>
                  <a:schemeClr val="accent2">
                    <a:lumMod val="20000"/>
                    <a:lumOff val="80000"/>
                  </a:schemeClr>
                </a:solidFill>
                <a:latin typeface="+mj-lt"/>
              </a:defRPr>
            </a:lvl2pPr>
            <a:lvl3pPr marL="274320" indent="-274320">
              <a:lnSpc>
                <a:spcPct val="70000"/>
              </a:lnSpc>
              <a:buNone/>
              <a:defRPr sz="7200" cap="all" baseline="0">
                <a:solidFill>
                  <a:schemeClr val="accent2">
                    <a:lumMod val="20000"/>
                    <a:lumOff val="80000"/>
                  </a:schemeClr>
                </a:solidFill>
                <a:latin typeface="+mj-lt"/>
              </a:defRPr>
            </a:lvl3pPr>
            <a:lvl4pPr marL="274320" indent="-274320">
              <a:lnSpc>
                <a:spcPct val="70000"/>
              </a:lnSpc>
              <a:buNone/>
              <a:defRPr sz="6600" cap="all" baseline="0">
                <a:solidFill>
                  <a:schemeClr val="accent2">
                    <a:lumMod val="20000"/>
                    <a:lumOff val="80000"/>
                  </a:schemeClr>
                </a:solidFill>
                <a:latin typeface="+mj-lt"/>
              </a:defRPr>
            </a:lvl4pPr>
            <a:lvl5pPr marL="274320" indent="-274320">
              <a:lnSpc>
                <a:spcPct val="70000"/>
              </a:lnSpc>
              <a:buNone/>
              <a:defRPr sz="6600" cap="all" baseline="0">
                <a:solidFill>
                  <a:schemeClr val="accent2">
                    <a:lumMod val="20000"/>
                    <a:lumOff val="80000"/>
                  </a:schemeClr>
                </a:solidFill>
                <a:latin typeface="+mj-lt"/>
              </a:defRPr>
            </a:lvl5pPr>
          </a:lstStyle>
          <a:p>
            <a:pPr lvl="0"/>
            <a:r>
              <a:rPr lang="en-US" dirty="0"/>
              <a:t>Click to edit quote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2443788" cy="411480"/>
          </a:xfrm>
        </p:spPr>
        <p:txBody>
          <a:bodyPr/>
          <a:lstStyle>
            <a:lvl1pPr>
              <a:defRPr>
                <a:solidFill>
                  <a:schemeClr val="tx2"/>
                </a:solidFill>
              </a:defRPr>
            </a:lvl1pPr>
          </a:lstStyle>
          <a:p>
            <a:fld id="{0F0C0ADD-C37D-44C2-9D21-DFBD6D52640A}" type="datetimeFigureOut">
              <a:rPr lang="en-US" smtClean="0"/>
              <a:t>8/2/2026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lvl1pPr>
              <a:defRPr>
                <a:solidFill>
                  <a:schemeClr val="tx2"/>
                </a:solidFill>
              </a:defRPr>
            </a:lvl1pPr>
          </a:lstStyle>
          <a:p>
            <a:fld id="{CC080952-DE12-4472-8945-CA1AA3201AC8}" type="slidenum">
              <a:rPr lang="en-US" smtClean="0"/>
              <a:t>‹#›</a:t>
            </a:fld>
            <a:endParaRPr lang="en-US"/>
          </a:p>
        </p:txBody>
      </p:sp>
      <p:cxnSp>
        <p:nvCxnSpPr>
          <p:cNvPr id="9" name="Straight Connector 8">
            <a:extLst>
              <a:ext uri="{FF2B5EF4-FFF2-40B4-BE49-F238E27FC236}">
                <a16:creationId xmlns:a16="http://schemas.microsoft.com/office/drawing/2014/main" id="{1660C7B9-B6D9-6FB6-59EE-D9DB3BC93758}"/>
              </a:ext>
            </a:extLst>
          </p:cNvPr>
          <p:cNvCxnSpPr>
            <a:cxnSpLocks/>
          </p:cNvCxnSpPr>
          <p:nvPr/>
        </p:nvCxnSpPr>
        <p:spPr>
          <a:xfrm flipH="1">
            <a:off x="0" y="787179"/>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15D9130-12F6-DFB8-70EF-9ACBA9FDECB0}"/>
              </a:ext>
            </a:extLst>
          </p:cNvPr>
          <p:cNvCxnSpPr>
            <a:cxnSpLocks/>
          </p:cNvCxnSpPr>
          <p:nvPr/>
        </p:nvCxnSpPr>
        <p:spPr>
          <a:xfrm>
            <a:off x="0" y="5274530"/>
            <a:ext cx="12192000" cy="0"/>
          </a:xfrm>
          <a:prstGeom prst="line">
            <a:avLst/>
          </a:prstGeom>
          <a:ln w="9525">
            <a:solidFill>
              <a:schemeClr val="bg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47773181"/>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594AB-EF90-9591-5954-F617B83D139F}"/>
              </a:ext>
            </a:extLst>
          </p:cNvPr>
          <p:cNvSpPr>
            <a:spLocks noGrp="1"/>
          </p:cNvSpPr>
          <p:nvPr>
            <p:ph type="title"/>
          </p:nvPr>
        </p:nvSpPr>
        <p:spPr>
          <a:xfrm>
            <a:off x="320559" y="685800"/>
            <a:ext cx="11253668" cy="66569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0" name="Footer Placeholder 9">
            <a:extLst>
              <a:ext uri="{FF2B5EF4-FFF2-40B4-BE49-F238E27FC236}">
                <a16:creationId xmlns:a16="http://schemas.microsoft.com/office/drawing/2014/main" id="{96A57BED-3AFE-6AA9-E0D5-586748D61F6A}"/>
              </a:ext>
            </a:extLst>
          </p:cNvPr>
          <p:cNvSpPr>
            <a:spLocks noGrp="1"/>
          </p:cNvSpPr>
          <p:nvPr>
            <p:ph type="ftr" sz="quarter" idx="11"/>
          </p:nvPr>
        </p:nvSpPr>
        <p:spPr/>
        <p:txBody>
          <a:bodyPr/>
          <a:lstStyle/>
          <a:p>
            <a:endParaRPr lang="en-US"/>
          </a:p>
        </p:txBody>
      </p:sp>
      <p:sp>
        <p:nvSpPr>
          <p:cNvPr id="9" name="Date Placeholder 8">
            <a:extLst>
              <a:ext uri="{FF2B5EF4-FFF2-40B4-BE49-F238E27FC236}">
                <a16:creationId xmlns:a16="http://schemas.microsoft.com/office/drawing/2014/main" id="{47C21221-DC95-273B-0C4F-43B35ADA1C0E}"/>
              </a:ext>
            </a:extLst>
          </p:cNvPr>
          <p:cNvSpPr>
            <a:spLocks noGrp="1"/>
          </p:cNvSpPr>
          <p:nvPr>
            <p:ph type="dt" sz="half" idx="10"/>
          </p:nvPr>
        </p:nvSpPr>
        <p:spPr/>
        <p:txBody>
          <a:bodyPr/>
          <a:lstStyle/>
          <a:p>
            <a:fld id="{0F0C0ADD-C37D-44C2-9D21-DFBD6D52640A}" type="datetimeFigureOut">
              <a:rPr lang="en-US" smtClean="0"/>
              <a:t>8/2/2026</a:t>
            </a:fld>
            <a:endParaRPr lang="en-US"/>
          </a:p>
        </p:txBody>
      </p:sp>
      <p:sp>
        <p:nvSpPr>
          <p:cNvPr id="11" name="Slide Number Placeholder 10">
            <a:extLst>
              <a:ext uri="{FF2B5EF4-FFF2-40B4-BE49-F238E27FC236}">
                <a16:creationId xmlns:a16="http://schemas.microsoft.com/office/drawing/2014/main" id="{2E44E859-99AA-D46F-1AD8-4C0F287F3783}"/>
              </a:ext>
            </a:extLst>
          </p:cNvPr>
          <p:cNvSpPr>
            <a:spLocks noGrp="1"/>
          </p:cNvSpPr>
          <p:nvPr>
            <p:ph type="sldNum" sz="quarter" idx="12"/>
          </p:nvPr>
        </p:nvSpPr>
        <p:spPr/>
        <p:txBody>
          <a:bodyPr/>
          <a:lstStyle/>
          <a:p>
            <a:fld id="{CC080952-DE12-4472-8945-CA1AA3201AC8}" type="slidenum">
              <a:rPr lang="en-US" smtClean="0"/>
              <a:t>‹#›</a:t>
            </a:fld>
            <a:endParaRPr lang="en-US"/>
          </a:p>
        </p:txBody>
      </p:sp>
      <p:sp>
        <p:nvSpPr>
          <p:cNvPr id="3" name="Content Placeholder 2">
            <a:extLst>
              <a:ext uri="{FF2B5EF4-FFF2-40B4-BE49-F238E27FC236}">
                <a16:creationId xmlns:a16="http://schemas.microsoft.com/office/drawing/2014/main" id="{F2C3231F-0FFC-E2BB-36F8-9816E4DECEB6}"/>
              </a:ext>
            </a:extLst>
          </p:cNvPr>
          <p:cNvSpPr>
            <a:spLocks noGrp="1"/>
          </p:cNvSpPr>
          <p:nvPr>
            <p:ph sz="half" idx="1"/>
          </p:nvPr>
        </p:nvSpPr>
        <p:spPr>
          <a:xfrm>
            <a:off x="317773" y="1773857"/>
            <a:ext cx="5349240" cy="4453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193CC2C1-ED8C-D52E-BEF5-671EDC62385A}"/>
              </a:ext>
            </a:extLst>
          </p:cNvPr>
          <p:cNvSpPr>
            <a:spLocks noGrp="1"/>
          </p:cNvSpPr>
          <p:nvPr>
            <p:ph sz="half" idx="2"/>
          </p:nvPr>
        </p:nvSpPr>
        <p:spPr>
          <a:xfrm>
            <a:off x="6224987" y="1773858"/>
            <a:ext cx="5349240" cy="4453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2397169B-5226-712F-36F4-352E56B637D4}"/>
              </a:ext>
            </a:extLst>
          </p:cNvPr>
          <p:cNvCxnSpPr>
            <a:cxnSpLocks/>
          </p:cNvCxnSpPr>
          <p:nvPr/>
        </p:nvCxnSpPr>
        <p:spPr>
          <a:xfrm>
            <a:off x="0" y="144282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8383839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4958D-8125-1BDA-53C9-9E2D338832F5}"/>
              </a:ext>
            </a:extLst>
          </p:cNvPr>
          <p:cNvSpPr>
            <a:spLocks noGrp="1"/>
          </p:cNvSpPr>
          <p:nvPr>
            <p:ph type="title"/>
          </p:nvPr>
        </p:nvSpPr>
        <p:spPr>
          <a:xfrm>
            <a:off x="317772" y="685800"/>
            <a:ext cx="11256264" cy="66751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Footer Placeholder 7">
            <a:extLst>
              <a:ext uri="{FF2B5EF4-FFF2-40B4-BE49-F238E27FC236}">
                <a16:creationId xmlns:a16="http://schemas.microsoft.com/office/drawing/2014/main" id="{7D294A4A-89C4-68BF-6701-5C47F940E3D6}"/>
              </a:ext>
            </a:extLst>
          </p:cNvPr>
          <p:cNvSpPr>
            <a:spLocks noGrp="1"/>
          </p:cNvSpPr>
          <p:nvPr>
            <p:ph type="ftr" sz="quarter" idx="11"/>
          </p:nvPr>
        </p:nvSpPr>
        <p:spPr/>
        <p:txBody>
          <a:bodyPr/>
          <a:lstStyle/>
          <a:p>
            <a:endParaRPr lang="en-US"/>
          </a:p>
        </p:txBody>
      </p:sp>
      <p:sp>
        <p:nvSpPr>
          <p:cNvPr id="7" name="Date Placeholder 6">
            <a:extLst>
              <a:ext uri="{FF2B5EF4-FFF2-40B4-BE49-F238E27FC236}">
                <a16:creationId xmlns:a16="http://schemas.microsoft.com/office/drawing/2014/main" id="{977908BC-F48B-81E4-8D93-7DB9E37161B6}"/>
              </a:ext>
            </a:extLst>
          </p:cNvPr>
          <p:cNvSpPr>
            <a:spLocks noGrp="1"/>
          </p:cNvSpPr>
          <p:nvPr>
            <p:ph type="dt" sz="half" idx="10"/>
          </p:nvPr>
        </p:nvSpPr>
        <p:spPr/>
        <p:txBody>
          <a:bodyPr/>
          <a:lstStyle/>
          <a:p>
            <a:fld id="{0F0C0ADD-C37D-44C2-9D21-DFBD6D52640A}" type="datetimeFigureOut">
              <a:rPr lang="en-US" smtClean="0"/>
              <a:t>8/2/2026</a:t>
            </a:fld>
            <a:endParaRPr lang="en-US"/>
          </a:p>
        </p:txBody>
      </p:sp>
      <p:sp>
        <p:nvSpPr>
          <p:cNvPr id="9" name="Slide Number Placeholder 8">
            <a:extLst>
              <a:ext uri="{FF2B5EF4-FFF2-40B4-BE49-F238E27FC236}">
                <a16:creationId xmlns:a16="http://schemas.microsoft.com/office/drawing/2014/main" id="{27F93A54-CB38-BEAF-260B-84EDDF3011D2}"/>
              </a:ext>
            </a:extLst>
          </p:cNvPr>
          <p:cNvSpPr>
            <a:spLocks noGrp="1"/>
          </p:cNvSpPr>
          <p:nvPr>
            <p:ph type="sldNum" sz="quarter" idx="12"/>
          </p:nvPr>
        </p:nvSpPr>
        <p:spPr/>
        <p:txBody>
          <a:bodyPr/>
          <a:lstStyle/>
          <a:p>
            <a:fld id="{CC080952-DE12-4472-8945-CA1AA3201AC8}" type="slidenum">
              <a:rPr lang="en-US" smtClean="0"/>
              <a:t>‹#›</a:t>
            </a:fld>
            <a:endParaRPr lang="en-US"/>
          </a:p>
        </p:txBody>
      </p:sp>
      <p:sp>
        <p:nvSpPr>
          <p:cNvPr id="3" name="Text Placeholder 2">
            <a:extLst>
              <a:ext uri="{FF2B5EF4-FFF2-40B4-BE49-F238E27FC236}">
                <a16:creationId xmlns:a16="http://schemas.microsoft.com/office/drawing/2014/main" id="{7709FF10-A82A-AAEB-4B8C-921F3BA2028E}"/>
              </a:ext>
            </a:extLst>
          </p:cNvPr>
          <p:cNvSpPr>
            <a:spLocks noGrp="1"/>
          </p:cNvSpPr>
          <p:nvPr>
            <p:ph type="body" idx="1"/>
          </p:nvPr>
        </p:nvSpPr>
        <p:spPr>
          <a:xfrm>
            <a:off x="317773" y="1773857"/>
            <a:ext cx="5349064" cy="590144"/>
          </a:xfrm>
        </p:spPr>
        <p:txBody>
          <a:bodyPr anchor="b">
            <a:normAutofit/>
          </a:bodyPr>
          <a:lstStyle>
            <a:lvl1pPr marL="0" indent="0">
              <a:buNone/>
              <a:defRPr sz="18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84D3C6A-509A-8CB1-B220-1CE755BE2FE8}"/>
              </a:ext>
            </a:extLst>
          </p:cNvPr>
          <p:cNvSpPr>
            <a:spLocks noGrp="1"/>
          </p:cNvSpPr>
          <p:nvPr>
            <p:ph sz="half" idx="2"/>
          </p:nvPr>
        </p:nvSpPr>
        <p:spPr>
          <a:xfrm>
            <a:off x="317773" y="2368476"/>
            <a:ext cx="5349064" cy="3858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A627A15-4AB2-F230-22C7-0605AFD7DF22}"/>
              </a:ext>
            </a:extLst>
          </p:cNvPr>
          <p:cNvSpPr>
            <a:spLocks noGrp="1"/>
          </p:cNvSpPr>
          <p:nvPr>
            <p:ph type="body" sz="quarter" idx="3"/>
          </p:nvPr>
        </p:nvSpPr>
        <p:spPr>
          <a:xfrm>
            <a:off x="6224796" y="1773857"/>
            <a:ext cx="5349240" cy="590144"/>
          </a:xfrm>
        </p:spPr>
        <p:txBody>
          <a:bodyPr anchor="b">
            <a:normAutofit/>
          </a:bodyPr>
          <a:lstStyle>
            <a:lvl1pPr marL="0" indent="0">
              <a:buNone/>
              <a:defRPr sz="18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61ECFD5-92D0-1854-D18E-8BC5DF56A70E}"/>
              </a:ext>
            </a:extLst>
          </p:cNvPr>
          <p:cNvSpPr>
            <a:spLocks noGrp="1"/>
          </p:cNvSpPr>
          <p:nvPr>
            <p:ph sz="quarter" idx="4"/>
          </p:nvPr>
        </p:nvSpPr>
        <p:spPr>
          <a:xfrm>
            <a:off x="6224796" y="2368476"/>
            <a:ext cx="5349240" cy="3858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3D1AC07E-A077-E2A6-1718-DDDA542A8A98}"/>
              </a:ext>
            </a:extLst>
          </p:cNvPr>
          <p:cNvCxnSpPr>
            <a:cxnSpLocks/>
          </p:cNvCxnSpPr>
          <p:nvPr/>
        </p:nvCxnSpPr>
        <p:spPr>
          <a:xfrm>
            <a:off x="0" y="144282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261286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17042-CDCB-3B2F-8C5B-24B17903E7D2}"/>
              </a:ext>
            </a:extLst>
          </p:cNvPr>
          <p:cNvSpPr>
            <a:spLocks noGrp="1"/>
          </p:cNvSpPr>
          <p:nvPr>
            <p:ph type="title"/>
          </p:nvPr>
        </p:nvSpPr>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4" name="Footer Placeholder 3">
            <a:extLst>
              <a:ext uri="{FF2B5EF4-FFF2-40B4-BE49-F238E27FC236}">
                <a16:creationId xmlns:a16="http://schemas.microsoft.com/office/drawing/2014/main" id="{3BA4C6AE-702E-258F-EA5E-02906C70DFD8}"/>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12339AE3-ADB1-728F-9FBA-2FD43A0AC300}"/>
              </a:ext>
            </a:extLst>
          </p:cNvPr>
          <p:cNvSpPr>
            <a:spLocks noGrp="1"/>
          </p:cNvSpPr>
          <p:nvPr>
            <p:ph type="dt" sz="half" idx="10"/>
          </p:nvPr>
        </p:nvSpPr>
        <p:spPr/>
        <p:txBody>
          <a:bodyPr/>
          <a:lstStyle/>
          <a:p>
            <a:fld id="{0F0C0ADD-C37D-44C2-9D21-DFBD6D52640A}" type="datetimeFigureOut">
              <a:rPr lang="en-US" smtClean="0"/>
              <a:t>8/2/2026</a:t>
            </a:fld>
            <a:endParaRPr lang="en-US"/>
          </a:p>
        </p:txBody>
      </p:sp>
      <p:sp>
        <p:nvSpPr>
          <p:cNvPr id="5" name="Slide Number Placeholder 4">
            <a:extLst>
              <a:ext uri="{FF2B5EF4-FFF2-40B4-BE49-F238E27FC236}">
                <a16:creationId xmlns:a16="http://schemas.microsoft.com/office/drawing/2014/main" id="{FD965F4B-E6CF-D83A-1F1B-81274FD57428}"/>
              </a:ext>
            </a:extLst>
          </p:cNvPr>
          <p:cNvSpPr>
            <a:spLocks noGrp="1"/>
          </p:cNvSpPr>
          <p:nvPr>
            <p:ph type="sldNum" sz="quarter" idx="12"/>
          </p:nvPr>
        </p:nvSpPr>
        <p:spPr/>
        <p:txBody>
          <a:bodyPr/>
          <a:lstStyle/>
          <a:p>
            <a:fld id="{CC080952-DE12-4472-8945-CA1AA3201AC8}" type="slidenum">
              <a:rPr lang="en-US" smtClean="0"/>
              <a:t>‹#›</a:t>
            </a:fld>
            <a:endParaRPr lang="en-US"/>
          </a:p>
        </p:txBody>
      </p:sp>
    </p:spTree>
    <p:extLst>
      <p:ext uri="{BB962C8B-B14F-4D97-AF65-F5344CB8AC3E}">
        <p14:creationId xmlns:p14="http://schemas.microsoft.com/office/powerpoint/2010/main" val="57949892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E52550-02A6-D7FB-DD57-70C87BAA4FE2}"/>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B402D272-B561-7F82-06FB-C5DE719AAE9A}"/>
              </a:ext>
            </a:extLst>
          </p:cNvPr>
          <p:cNvSpPr>
            <a:spLocks noGrp="1"/>
          </p:cNvSpPr>
          <p:nvPr>
            <p:ph type="dt" sz="half" idx="10"/>
          </p:nvPr>
        </p:nvSpPr>
        <p:spPr/>
        <p:txBody>
          <a:bodyPr/>
          <a:lstStyle/>
          <a:p>
            <a:fld id="{0F0C0ADD-C37D-44C2-9D21-DFBD6D52640A}" type="datetimeFigureOut">
              <a:rPr lang="en-US" smtClean="0"/>
              <a:t>8/2/2026</a:t>
            </a:fld>
            <a:endParaRPr lang="en-US"/>
          </a:p>
        </p:txBody>
      </p:sp>
      <p:sp>
        <p:nvSpPr>
          <p:cNvPr id="4" name="Slide Number Placeholder 3">
            <a:extLst>
              <a:ext uri="{FF2B5EF4-FFF2-40B4-BE49-F238E27FC236}">
                <a16:creationId xmlns:a16="http://schemas.microsoft.com/office/drawing/2014/main" id="{A7EF0FF0-3A36-A128-D75E-71A4B54CB6CD}"/>
              </a:ext>
            </a:extLst>
          </p:cNvPr>
          <p:cNvSpPr>
            <a:spLocks noGrp="1"/>
          </p:cNvSpPr>
          <p:nvPr>
            <p:ph type="sldNum" sz="quarter" idx="12"/>
          </p:nvPr>
        </p:nvSpPr>
        <p:spPr/>
        <p:txBody>
          <a:bodyPr/>
          <a:lstStyle/>
          <a:p>
            <a:fld id="{CC080952-DE12-4472-8945-CA1AA3201AC8}" type="slidenum">
              <a:rPr lang="en-US" smtClean="0"/>
              <a:t>‹#›</a:t>
            </a:fld>
            <a:endParaRPr lang="en-US"/>
          </a:p>
        </p:txBody>
      </p:sp>
    </p:spTree>
    <p:extLst>
      <p:ext uri="{BB962C8B-B14F-4D97-AF65-F5344CB8AC3E}">
        <p14:creationId xmlns:p14="http://schemas.microsoft.com/office/powerpoint/2010/main" val="70665015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Conclusion">
    <p:bg>
      <p:bgRef idx="1001">
        <a:schemeClr val="bg2"/>
      </p:bgRef>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18A45ECA-9413-0F81-085A-48CF6F23E1DC}"/>
              </a:ext>
            </a:extLst>
          </p:cNvPr>
          <p:cNvCxnSpPr>
            <a:cxnSpLocks/>
          </p:cNvCxnSpPr>
          <p:nvPr/>
        </p:nvCxnSpPr>
        <p:spPr>
          <a:xfrm>
            <a:off x="0" y="2118492"/>
            <a:ext cx="12192000" cy="0"/>
          </a:xfrm>
          <a:prstGeom prst="line">
            <a:avLst/>
          </a:prstGeom>
          <a:ln w="9525">
            <a:solidFill>
              <a:schemeClr val="tx1">
                <a:lumMod val="85000"/>
              </a:schemeClr>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832104"/>
            <a:ext cx="11253668" cy="1225296"/>
          </a:xfrm>
        </p:spPr>
        <p:txBody>
          <a:bodyPr>
            <a:normAutofit/>
          </a:bodyPr>
          <a:lstStyle>
            <a:lvl1pPr>
              <a:defRPr sz="8800">
                <a:solidFill>
                  <a:schemeClr val="tx2"/>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263640"/>
            <a:ext cx="2962656" cy="411480"/>
          </a:xfr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1" y="6263640"/>
            <a:ext cx="1933553" cy="411480"/>
          </a:xfrm>
        </p:spPr>
        <p:txBody>
          <a:bodyPr/>
          <a:lstStyle>
            <a:lvl1pPr>
              <a:defRPr>
                <a:solidFill>
                  <a:schemeClr val="tx2"/>
                </a:solidFill>
              </a:defRPr>
            </a:lvl1pPr>
          </a:lstStyle>
          <a:p>
            <a:fld id="{0F0C0ADD-C37D-44C2-9D21-DFBD6D52640A}" type="datetimeFigureOut">
              <a:rPr lang="en-US" smtClean="0"/>
              <a:t>8/2/2026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263640"/>
            <a:ext cx="546447" cy="413360"/>
          </a:xfrm>
        </p:spPr>
        <p:txBody>
          <a:bodyPr/>
          <a:lstStyle>
            <a:lvl1pPr>
              <a:defRPr>
                <a:solidFill>
                  <a:schemeClr val="tx2"/>
                </a:solidFill>
              </a:defRPr>
            </a:lvl1pPr>
          </a:lstStyle>
          <a:p>
            <a:fld id="{CC080952-DE12-4472-8945-CA1AA3201AC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7" y="3429001"/>
            <a:ext cx="11253669" cy="2773546"/>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66445317"/>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obj" preserve="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60" y="1270390"/>
            <a:ext cx="7929980" cy="2060888"/>
          </a:xfrm>
        </p:spPr>
        <p:txBody>
          <a:bodyPr>
            <a:normAutofit/>
          </a:bodyPr>
          <a:lstStyle>
            <a:lvl1pPr>
              <a:defRPr sz="880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5" y="3794761"/>
            <a:ext cx="7932765" cy="1531091"/>
          </a:xfrm>
        </p:spPr>
        <p:txBody>
          <a:bodyPr>
            <a:normAutofit/>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p>
            <a:endParaRPr 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p>
            <a:fld id="{0F0C0ADD-C37D-44C2-9D21-DFBD6D52640A}" type="datetimeFigureOut">
              <a:rPr lang="en-US" smtClean="0"/>
              <a:t>8/2/2026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CC080952-DE12-4472-8945-CA1AA3201AC8}" type="slidenum">
              <a:rPr lang="en-US" smtClean="0"/>
              <a:t>‹#›</a:t>
            </a:fld>
            <a:endParaRPr lang="en-US"/>
          </a:p>
        </p:txBody>
      </p:sp>
      <p:cxnSp>
        <p:nvCxnSpPr>
          <p:cNvPr id="7" name="Straight Connector 6">
            <a:extLst>
              <a:ext uri="{FF2B5EF4-FFF2-40B4-BE49-F238E27FC236}">
                <a16:creationId xmlns:a16="http://schemas.microsoft.com/office/drawing/2014/main" id="{F4D168F9-DE00-B9C1-AD77-139DA8AF3364}"/>
              </a:ext>
            </a:extLst>
          </p:cNvPr>
          <p:cNvCxnSpPr>
            <a:cxnSpLocks/>
          </p:cNvCxnSpPr>
          <p:nvPr/>
        </p:nvCxnSpPr>
        <p:spPr>
          <a:xfrm>
            <a:off x="0" y="3434907"/>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97335890"/>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9438A-7ABA-3041-3B60-07B3295241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9F520B2-CBF1-CE17-CEEC-5A06CEAE440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EF04341-5ACF-8A48-C716-0C2C6AEFC448}"/>
              </a:ext>
            </a:extLst>
          </p:cNvPr>
          <p:cNvSpPr>
            <a:spLocks noGrp="1"/>
          </p:cNvSpPr>
          <p:nvPr>
            <p:ph type="dt" sz="half" idx="10"/>
          </p:nvPr>
        </p:nvSpPr>
        <p:spPr/>
        <p:txBody>
          <a:bodyPr/>
          <a:lstStyle/>
          <a:p>
            <a:fld id="{0F0C0ADD-C37D-44C2-9D21-DFBD6D52640A}" type="datetimeFigureOut">
              <a:rPr lang="en-US" smtClean="0"/>
              <a:t>8/2/2026</a:t>
            </a:fld>
            <a:endParaRPr lang="en-US"/>
          </a:p>
        </p:txBody>
      </p:sp>
      <p:sp>
        <p:nvSpPr>
          <p:cNvPr id="5" name="Footer Placeholder 4">
            <a:extLst>
              <a:ext uri="{FF2B5EF4-FFF2-40B4-BE49-F238E27FC236}">
                <a16:creationId xmlns:a16="http://schemas.microsoft.com/office/drawing/2014/main" id="{6F781CB6-CA80-93EC-C084-A31EB21757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635E0B-42EF-70EC-E83A-690315F73418}"/>
              </a:ext>
            </a:extLst>
          </p:cNvPr>
          <p:cNvSpPr>
            <a:spLocks noGrp="1"/>
          </p:cNvSpPr>
          <p:nvPr>
            <p:ph type="sldNum" sz="quarter" idx="12"/>
          </p:nvPr>
        </p:nvSpPr>
        <p:spPr/>
        <p:txBody>
          <a:bodyPr/>
          <a:lstStyle/>
          <a:p>
            <a:fld id="{CC080952-DE12-4472-8945-CA1AA3201AC8}" type="slidenum">
              <a:rPr lang="en-US" smtClean="0"/>
              <a:t>‹#›</a:t>
            </a:fld>
            <a:endParaRPr lang="en-US"/>
          </a:p>
        </p:txBody>
      </p:sp>
    </p:spTree>
    <p:extLst>
      <p:ext uri="{BB962C8B-B14F-4D97-AF65-F5344CB8AC3E}">
        <p14:creationId xmlns:p14="http://schemas.microsoft.com/office/powerpoint/2010/main" val="8106468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C4398EFF-E3C5-E79D-1BD3-016E84949F9C}"/>
              </a:ext>
            </a:extLst>
          </p:cNvPr>
          <p:cNvCxnSpPr>
            <a:cxnSpLocks/>
          </p:cNvCxnSpPr>
          <p:nvPr/>
        </p:nvCxnSpPr>
        <p:spPr>
          <a:xfrm>
            <a:off x="0" y="78956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
        <p:nvSpPr>
          <p:cNvPr id="2" name="Title Placeholder 1">
            <a:extLst>
              <a:ext uri="{FF2B5EF4-FFF2-40B4-BE49-F238E27FC236}">
                <a16:creationId xmlns:a16="http://schemas.microsoft.com/office/drawing/2014/main" id="{66478947-1D67-18A4-7E48-5B4B2F97FBE9}"/>
              </a:ext>
            </a:extLst>
          </p:cNvPr>
          <p:cNvSpPr>
            <a:spLocks noGrp="1"/>
          </p:cNvSpPr>
          <p:nvPr>
            <p:ph type="title"/>
          </p:nvPr>
        </p:nvSpPr>
        <p:spPr>
          <a:xfrm>
            <a:off x="320559" y="935798"/>
            <a:ext cx="11253668" cy="66569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DFE08CA-9517-ABC1-E915-31EA6D7B73C7}"/>
              </a:ext>
            </a:extLst>
          </p:cNvPr>
          <p:cNvSpPr>
            <a:spLocks noGrp="1"/>
          </p:cNvSpPr>
          <p:nvPr>
            <p:ph type="body" idx="1"/>
          </p:nvPr>
        </p:nvSpPr>
        <p:spPr>
          <a:xfrm>
            <a:off x="320559" y="1707581"/>
            <a:ext cx="11253668" cy="484833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00E3983D-E783-AAEC-26DB-4B3F6511C702}"/>
              </a:ext>
            </a:extLst>
          </p:cNvPr>
          <p:cNvSpPr>
            <a:spLocks noGrp="1"/>
          </p:cNvSpPr>
          <p:nvPr>
            <p:ph type="ftr" sz="quarter" idx="3"/>
          </p:nvPr>
        </p:nvSpPr>
        <p:spPr>
          <a:xfrm>
            <a:off x="317773" y="207982"/>
            <a:ext cx="2963692" cy="413360"/>
          </a:xfrm>
          <a:prstGeom prst="rect">
            <a:avLst/>
          </a:prstGeom>
        </p:spPr>
        <p:txBody>
          <a:bodyPr vert="horz" lIns="91440" tIns="45720" rIns="91440" bIns="45720" rtlCol="0" anchor="ctr">
            <a:normAutofit/>
          </a:bodyPr>
          <a:lstStyle>
            <a:lvl1pPr algn="l">
              <a:defRPr sz="850" b="1" cap="all" spc="100" baseline="0">
                <a:solidFill>
                  <a:schemeClr val="tx2"/>
                </a:solidFill>
              </a:defRPr>
            </a:lvl1pPr>
          </a:lstStyle>
          <a:p>
            <a:endParaRPr lang="en-US"/>
          </a:p>
        </p:txBody>
      </p:sp>
      <p:sp>
        <p:nvSpPr>
          <p:cNvPr id="4" name="Date Placeholder 3">
            <a:extLst>
              <a:ext uri="{FF2B5EF4-FFF2-40B4-BE49-F238E27FC236}">
                <a16:creationId xmlns:a16="http://schemas.microsoft.com/office/drawing/2014/main" id="{70454426-0A97-D20B-FD06-9648AED7773C}"/>
              </a:ext>
            </a:extLst>
          </p:cNvPr>
          <p:cNvSpPr>
            <a:spLocks noGrp="1"/>
          </p:cNvSpPr>
          <p:nvPr>
            <p:ph type="dt" sz="half" idx="2"/>
          </p:nvPr>
        </p:nvSpPr>
        <p:spPr>
          <a:xfrm>
            <a:off x="7680069" y="207982"/>
            <a:ext cx="1921315" cy="413360"/>
          </a:xfrm>
          <a:prstGeom prst="rect">
            <a:avLst/>
          </a:prstGeom>
        </p:spPr>
        <p:txBody>
          <a:bodyPr vert="horz" lIns="91440" tIns="45720" rIns="91440" bIns="45720" rtlCol="0" anchor="ctr">
            <a:normAutofit/>
          </a:bodyPr>
          <a:lstStyle>
            <a:lvl1pPr algn="l">
              <a:defRPr sz="850" b="1" cap="all" spc="100" baseline="0">
                <a:solidFill>
                  <a:schemeClr val="tx2"/>
                </a:solidFill>
              </a:defRPr>
            </a:lvl1pPr>
          </a:lstStyle>
          <a:p>
            <a:fld id="{0F0C0ADD-C37D-44C2-9D21-DFBD6D52640A}" type="datetimeFigureOut">
              <a:rPr lang="en-US" smtClean="0"/>
              <a:t>8/2/2026</a:t>
            </a:fld>
            <a:endParaRPr lang="en-US"/>
          </a:p>
        </p:txBody>
      </p:sp>
      <p:sp>
        <p:nvSpPr>
          <p:cNvPr id="6" name="Slide Number Placeholder 5">
            <a:extLst>
              <a:ext uri="{FF2B5EF4-FFF2-40B4-BE49-F238E27FC236}">
                <a16:creationId xmlns:a16="http://schemas.microsoft.com/office/drawing/2014/main" id="{7DA13386-8E2A-2962-4804-81558038BA54}"/>
              </a:ext>
            </a:extLst>
          </p:cNvPr>
          <p:cNvSpPr>
            <a:spLocks noGrp="1"/>
          </p:cNvSpPr>
          <p:nvPr>
            <p:ph type="sldNum" sz="quarter" idx="4"/>
          </p:nvPr>
        </p:nvSpPr>
        <p:spPr>
          <a:xfrm>
            <a:off x="11288870" y="207982"/>
            <a:ext cx="546447" cy="413360"/>
          </a:xfrm>
          <a:prstGeom prst="rect">
            <a:avLst/>
          </a:prstGeom>
        </p:spPr>
        <p:txBody>
          <a:bodyPr vert="horz" lIns="91440" tIns="45720" rIns="91440" bIns="45720" rtlCol="0" anchor="ctr">
            <a:normAutofit/>
          </a:bodyPr>
          <a:lstStyle>
            <a:lvl1pPr algn="r">
              <a:defRPr sz="850" b="1" cap="all" baseline="0">
                <a:solidFill>
                  <a:schemeClr val="tx2"/>
                </a:solidFill>
              </a:defRPr>
            </a:lvl1pPr>
          </a:lstStyle>
          <a:p>
            <a:fld id="{CC080952-DE12-4472-8945-CA1AA3201AC8}" type="slidenum">
              <a:rPr lang="en-US" smtClean="0"/>
              <a:t>‹#›</a:t>
            </a:fld>
            <a:endParaRPr lang="en-US"/>
          </a:p>
        </p:txBody>
      </p:sp>
      <p:sp>
        <p:nvSpPr>
          <p:cNvPr id="8" name="TextBox 7">
            <a:extLst>
              <a:ext uri="{FF2B5EF4-FFF2-40B4-BE49-F238E27FC236}">
                <a16:creationId xmlns:a16="http://schemas.microsoft.com/office/drawing/2014/main" id="{5F143C14-E680-3360-0E4D-DA502AF50E85}"/>
              </a:ext>
            </a:extLst>
          </p:cNvPr>
          <p:cNvSpPr txBox="1"/>
          <p:nvPr>
            <p:extLst>
              <p:ext uri="{1162E1C5-73C7-4A58-AE30-91384D911F3F}">
                <p184:classification xmlns:p184="http://schemas.microsoft.com/office/powerpoint/2018/4/main" val="ftr"/>
              </p:ext>
            </p:extLst>
          </p:nvPr>
        </p:nvSpPr>
        <p:spPr>
          <a:xfrm>
            <a:off x="63500" y="6642100"/>
            <a:ext cx="1978025"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Classified as Microsoft Confidential</a:t>
            </a:r>
          </a:p>
        </p:txBody>
      </p:sp>
    </p:spTree>
    <p:extLst>
      <p:ext uri="{BB962C8B-B14F-4D97-AF65-F5344CB8AC3E}">
        <p14:creationId xmlns:p14="http://schemas.microsoft.com/office/powerpoint/2010/main" val="5859856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Lst>
  <p:txStyles>
    <p:titleStyle>
      <a:lvl1pPr algn="l" defTabSz="914400" rtl="0" eaLnBrk="1" latinLnBrk="0" hangingPunct="1">
        <a:lnSpc>
          <a:spcPct val="70000"/>
        </a:lnSpc>
        <a:spcBef>
          <a:spcPct val="0"/>
        </a:spcBef>
        <a:buNone/>
        <a:defRPr sz="4000" kern="1200" cap="all" baseline="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80">
          <p15:clr>
            <a:srgbClr val="F26B43"/>
          </p15:clr>
        </p15:guide>
        <p15:guide id="2" pos="264">
          <p15:clr>
            <a:srgbClr val="F26B43"/>
          </p15:clr>
        </p15:guide>
        <p15:guide id="3" pos="7416">
          <p15:clr>
            <a:srgbClr val="F26B43"/>
          </p15:clr>
        </p15:guide>
        <p15:guide id="4" orient="horz" pos="3816">
          <p15:clr>
            <a:srgbClr val="F26B43"/>
          </p15:clr>
        </p15:guide>
        <p15:guide id="5" pos="7200">
          <p15:clr>
            <a:srgbClr val="F26B43"/>
          </p15:clr>
        </p15:guide>
        <p15:guide id="6" pos="504">
          <p15:clr>
            <a:srgbClr val="F26B43"/>
          </p15:clr>
        </p15:guide>
        <p15:guide id="7" orient="horz" pos="4128">
          <p15:clr>
            <a:srgbClr val="F26B43"/>
          </p15:clr>
        </p15:guide>
        <p15:guide id="8" orient="horz" pos="1056">
          <p15:clr>
            <a:srgbClr val="F26B43"/>
          </p15:clr>
        </p15:guide>
        <p15:guide id="9" pos="458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hyperlink" Target="https://www.atlassian.com/blog/teamwork/how-to-cultivate-a-blameless-culture" TargetMode="External"/><Relationship Id="rId2" Type="http://schemas.openxmlformats.org/officeDocument/2006/relationships/hyperlink" Target="https://psychsafety.com/just-culture/" TargetMode="External"/><Relationship Id="rId1" Type="http://schemas.openxmlformats.org/officeDocument/2006/relationships/slideLayout" Target="../slideLayouts/slideLayout2.xml"/><Relationship Id="rId4" Type="http://schemas.openxmlformats.org/officeDocument/2006/relationships/hyperlink" Target="https://sre.google/sre-book/postmortem-cultur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31BD5-6186-C40D-D372-15AD104DE1E7}"/>
              </a:ext>
            </a:extLst>
          </p:cNvPr>
          <p:cNvSpPr>
            <a:spLocks noGrp="1"/>
          </p:cNvSpPr>
          <p:nvPr>
            <p:ph type="ctrTitle"/>
          </p:nvPr>
        </p:nvSpPr>
        <p:spPr/>
        <p:txBody>
          <a:bodyPr/>
          <a:lstStyle/>
          <a:p>
            <a:r>
              <a:rPr lang="en-US" dirty="0"/>
              <a:t>Barriers to Implementing a just culture</a:t>
            </a:r>
          </a:p>
        </p:txBody>
      </p:sp>
      <p:sp>
        <p:nvSpPr>
          <p:cNvPr id="3" name="Subtitle 2">
            <a:extLst>
              <a:ext uri="{FF2B5EF4-FFF2-40B4-BE49-F238E27FC236}">
                <a16:creationId xmlns:a16="http://schemas.microsoft.com/office/drawing/2014/main" id="{98883A4F-2A90-1101-1C0B-4A11C6C415F5}"/>
              </a:ext>
            </a:extLst>
          </p:cNvPr>
          <p:cNvSpPr>
            <a:spLocks noGrp="1"/>
          </p:cNvSpPr>
          <p:nvPr>
            <p:ph type="subTitle" idx="1"/>
          </p:nvPr>
        </p:nvSpPr>
        <p:spPr/>
        <p:txBody>
          <a:bodyPr/>
          <a:lstStyle/>
          <a:p>
            <a:r>
              <a:rPr lang="en-US" dirty="0"/>
              <a:t>A summary of the cultural, structural, and leadership obstacles organizations face</a:t>
            </a:r>
          </a:p>
        </p:txBody>
      </p:sp>
    </p:spTree>
    <p:extLst>
      <p:ext uri="{BB962C8B-B14F-4D97-AF65-F5344CB8AC3E}">
        <p14:creationId xmlns:p14="http://schemas.microsoft.com/office/powerpoint/2010/main" val="27750521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5CD48-C373-6F39-39CF-32858C81F0DC}"/>
              </a:ext>
            </a:extLst>
          </p:cNvPr>
          <p:cNvSpPr>
            <a:spLocks noGrp="1"/>
          </p:cNvSpPr>
          <p:nvPr>
            <p:ph type="title"/>
          </p:nvPr>
        </p:nvSpPr>
        <p:spPr/>
        <p:txBody>
          <a:bodyPr/>
          <a:lstStyle/>
          <a:p>
            <a:r>
              <a:rPr lang="en-US" dirty="0"/>
              <a:t>What is a just culture</a:t>
            </a:r>
          </a:p>
        </p:txBody>
      </p:sp>
      <p:sp>
        <p:nvSpPr>
          <p:cNvPr id="3" name="Content Placeholder 2">
            <a:extLst>
              <a:ext uri="{FF2B5EF4-FFF2-40B4-BE49-F238E27FC236}">
                <a16:creationId xmlns:a16="http://schemas.microsoft.com/office/drawing/2014/main" id="{920D8BC8-1CFF-C434-FBC7-E43A1D85710E}"/>
              </a:ext>
            </a:extLst>
          </p:cNvPr>
          <p:cNvSpPr>
            <a:spLocks noGrp="1"/>
          </p:cNvSpPr>
          <p:nvPr>
            <p:ph idx="1"/>
          </p:nvPr>
        </p:nvSpPr>
        <p:spPr/>
        <p:txBody>
          <a:bodyPr/>
          <a:lstStyle/>
          <a:p>
            <a:pPr marL="0" indent="0">
              <a:buNone/>
            </a:pPr>
            <a:r>
              <a:rPr lang="en-US" dirty="0"/>
              <a:t>A just culture is a system of managing errors and adverse events that balances individual accountability with organizational learning. Rather than defaulting to blame, it distinguishes between honest human error, at-risk behavior, and reckless conduct, responding to each differently.</a:t>
            </a:r>
          </a:p>
        </p:txBody>
      </p:sp>
    </p:spTree>
    <p:extLst>
      <p:ext uri="{BB962C8B-B14F-4D97-AF65-F5344CB8AC3E}">
        <p14:creationId xmlns:p14="http://schemas.microsoft.com/office/powerpoint/2010/main" val="1010838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D0059-821C-FDC1-BA54-FD278EE75FBF}"/>
              </a:ext>
            </a:extLst>
          </p:cNvPr>
          <p:cNvSpPr>
            <a:spLocks noGrp="1"/>
          </p:cNvSpPr>
          <p:nvPr>
            <p:ph type="title"/>
          </p:nvPr>
        </p:nvSpPr>
        <p:spPr/>
        <p:txBody>
          <a:bodyPr/>
          <a:lstStyle/>
          <a:p>
            <a:r>
              <a:rPr lang="en-US" dirty="0"/>
              <a:t>Blame Culture</a:t>
            </a:r>
          </a:p>
        </p:txBody>
      </p:sp>
      <p:sp>
        <p:nvSpPr>
          <p:cNvPr id="3" name="Content Placeholder 2">
            <a:extLst>
              <a:ext uri="{FF2B5EF4-FFF2-40B4-BE49-F238E27FC236}">
                <a16:creationId xmlns:a16="http://schemas.microsoft.com/office/drawing/2014/main" id="{7E8A5317-D99D-0018-7B9A-8FCA2622963C}"/>
              </a:ext>
            </a:extLst>
          </p:cNvPr>
          <p:cNvSpPr>
            <a:spLocks noGrp="1"/>
          </p:cNvSpPr>
          <p:nvPr>
            <p:ph idx="1"/>
          </p:nvPr>
        </p:nvSpPr>
        <p:spPr/>
        <p:txBody>
          <a:bodyPr/>
          <a:lstStyle/>
          <a:p>
            <a:pPr marL="0" indent="0">
              <a:buNone/>
            </a:pPr>
            <a:r>
              <a:rPr lang="en-US" dirty="0"/>
              <a:t>Many organizations carry decades of punitive habit. Staff have learned, often through direct experience, that reporting an error invites discipline rather than support. Historical reliance on punitive measures continues to discourage transparency, even after formal just culture policies are adopted.</a:t>
            </a:r>
          </a:p>
        </p:txBody>
      </p:sp>
    </p:spTree>
    <p:extLst>
      <p:ext uri="{BB962C8B-B14F-4D97-AF65-F5344CB8AC3E}">
        <p14:creationId xmlns:p14="http://schemas.microsoft.com/office/powerpoint/2010/main" val="4152581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1C860-BE9A-9ECB-0E3D-A2F93C988285}"/>
              </a:ext>
            </a:extLst>
          </p:cNvPr>
          <p:cNvSpPr>
            <a:spLocks noGrp="1"/>
          </p:cNvSpPr>
          <p:nvPr>
            <p:ph type="title"/>
          </p:nvPr>
        </p:nvSpPr>
        <p:spPr/>
        <p:txBody>
          <a:bodyPr/>
          <a:lstStyle/>
          <a:p>
            <a:r>
              <a:rPr lang="en-US" dirty="0"/>
              <a:t>Power gradients &amp; hierarchy</a:t>
            </a:r>
          </a:p>
        </p:txBody>
      </p:sp>
      <p:sp>
        <p:nvSpPr>
          <p:cNvPr id="3" name="Content Placeholder 2">
            <a:extLst>
              <a:ext uri="{FF2B5EF4-FFF2-40B4-BE49-F238E27FC236}">
                <a16:creationId xmlns:a16="http://schemas.microsoft.com/office/drawing/2014/main" id="{6FAE45D3-403C-372B-12DD-CC2CB53D3669}"/>
              </a:ext>
            </a:extLst>
          </p:cNvPr>
          <p:cNvSpPr>
            <a:spLocks noGrp="1"/>
          </p:cNvSpPr>
          <p:nvPr>
            <p:ph idx="1"/>
          </p:nvPr>
        </p:nvSpPr>
        <p:spPr/>
        <p:txBody>
          <a:bodyPr/>
          <a:lstStyle/>
          <a:p>
            <a:r>
              <a:rPr lang="en-US" dirty="0"/>
              <a:t>Steep hierarchies make honest disclosure risky for staff. Power differences between senior and junior staff, combines with bureaucratic accountability practices, create environments where mistakes are hidden.</a:t>
            </a:r>
          </a:p>
          <a:p>
            <a:r>
              <a:rPr lang="en-US" dirty="0"/>
              <a:t>Junior staff may avoid flagging issues to senior colleagues out of fear of professional or social repercussions.</a:t>
            </a:r>
          </a:p>
          <a:p>
            <a:r>
              <a:rPr lang="en-US" dirty="0"/>
              <a:t>Policies can be adopted on paper while the underlying norms remain unchanged.</a:t>
            </a:r>
          </a:p>
        </p:txBody>
      </p:sp>
    </p:spTree>
    <p:extLst>
      <p:ext uri="{BB962C8B-B14F-4D97-AF65-F5344CB8AC3E}">
        <p14:creationId xmlns:p14="http://schemas.microsoft.com/office/powerpoint/2010/main" val="25871881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AC854-EAF9-4170-1AED-2E3BA823AB0A}"/>
              </a:ext>
            </a:extLst>
          </p:cNvPr>
          <p:cNvSpPr>
            <a:spLocks noGrp="1"/>
          </p:cNvSpPr>
          <p:nvPr>
            <p:ph type="title"/>
          </p:nvPr>
        </p:nvSpPr>
        <p:spPr/>
        <p:txBody>
          <a:bodyPr/>
          <a:lstStyle/>
          <a:p>
            <a:r>
              <a:rPr lang="en-US" dirty="0"/>
              <a:t>Inconsistent leadership &amp; follow through</a:t>
            </a:r>
          </a:p>
        </p:txBody>
      </p:sp>
      <p:sp>
        <p:nvSpPr>
          <p:cNvPr id="3" name="Content Placeholder 2">
            <a:extLst>
              <a:ext uri="{FF2B5EF4-FFF2-40B4-BE49-F238E27FC236}">
                <a16:creationId xmlns:a16="http://schemas.microsoft.com/office/drawing/2014/main" id="{5BF55F63-9BA5-63D0-14CF-B9E5A1FFEBC5}"/>
              </a:ext>
            </a:extLst>
          </p:cNvPr>
          <p:cNvSpPr>
            <a:spLocks noGrp="1"/>
          </p:cNvSpPr>
          <p:nvPr>
            <p:ph idx="1"/>
          </p:nvPr>
        </p:nvSpPr>
        <p:spPr/>
        <p:txBody>
          <a:bodyPr/>
          <a:lstStyle/>
          <a:p>
            <a:r>
              <a:rPr lang="en-US" dirty="0"/>
              <a:t>Just culture depends on leaders applying its principles predictably. When managers respond inconsistently staff quickly lose trust in the system.</a:t>
            </a:r>
          </a:p>
          <a:p>
            <a:r>
              <a:rPr lang="en-US" dirty="0"/>
              <a:t>Staff report incidents but rarely hear what changed as a result.</a:t>
            </a:r>
          </a:p>
          <a:p>
            <a:r>
              <a:rPr lang="en-US" dirty="0"/>
              <a:t>Fear of management retaliation deters voluntary reporting.</a:t>
            </a:r>
          </a:p>
          <a:p>
            <a:r>
              <a:rPr lang="en-US" dirty="0"/>
              <a:t>Similar mistakes are judged differently depending on the manager, department, or the individual involved.</a:t>
            </a:r>
          </a:p>
        </p:txBody>
      </p:sp>
    </p:spTree>
    <p:extLst>
      <p:ext uri="{BB962C8B-B14F-4D97-AF65-F5344CB8AC3E}">
        <p14:creationId xmlns:p14="http://schemas.microsoft.com/office/powerpoint/2010/main" val="19220745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40ABC-4309-5AC1-E020-818043F94ED3}"/>
              </a:ext>
            </a:extLst>
          </p:cNvPr>
          <p:cNvSpPr>
            <a:spLocks noGrp="1"/>
          </p:cNvSpPr>
          <p:nvPr>
            <p:ph type="title"/>
          </p:nvPr>
        </p:nvSpPr>
        <p:spPr/>
        <p:txBody>
          <a:bodyPr/>
          <a:lstStyle/>
          <a:p>
            <a:r>
              <a:rPr lang="en-US" dirty="0"/>
              <a:t>External pressure</a:t>
            </a:r>
          </a:p>
        </p:txBody>
      </p:sp>
      <p:sp>
        <p:nvSpPr>
          <p:cNvPr id="3" name="Content Placeholder 2">
            <a:extLst>
              <a:ext uri="{FF2B5EF4-FFF2-40B4-BE49-F238E27FC236}">
                <a16:creationId xmlns:a16="http://schemas.microsoft.com/office/drawing/2014/main" id="{8100673F-FEB8-F8BE-0D4F-5A4C468CACCF}"/>
              </a:ext>
            </a:extLst>
          </p:cNvPr>
          <p:cNvSpPr>
            <a:spLocks noGrp="1"/>
          </p:cNvSpPr>
          <p:nvPr>
            <p:ph idx="1"/>
          </p:nvPr>
        </p:nvSpPr>
        <p:spPr/>
        <p:txBody>
          <a:bodyPr/>
          <a:lstStyle/>
          <a:p>
            <a:r>
              <a:rPr lang="en-US" dirty="0"/>
              <a:t>A just culture can still be undermined by forces outside the organization. Regulators, litigation, and media coverage can push leadership toward protecting the organization’s reputation rather than transparency.</a:t>
            </a:r>
          </a:p>
          <a:p>
            <a:r>
              <a:rPr lang="en-US" dirty="0"/>
              <a:t>Legal exposure discourages open, written documentation of findings.</a:t>
            </a:r>
          </a:p>
        </p:txBody>
      </p:sp>
    </p:spTree>
    <p:extLst>
      <p:ext uri="{BB962C8B-B14F-4D97-AF65-F5344CB8AC3E}">
        <p14:creationId xmlns:p14="http://schemas.microsoft.com/office/powerpoint/2010/main" val="23899196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B89807-F912-8C0C-CD03-842A376B299A}"/>
              </a:ext>
            </a:extLst>
          </p:cNvPr>
          <p:cNvSpPr>
            <a:spLocks noGrp="1"/>
          </p:cNvSpPr>
          <p:nvPr>
            <p:ph type="title"/>
          </p:nvPr>
        </p:nvSpPr>
        <p:spPr/>
        <p:txBody>
          <a:bodyPr>
            <a:normAutofit fontScale="90000"/>
          </a:bodyPr>
          <a:lstStyle/>
          <a:p>
            <a:r>
              <a:rPr lang="en-US" dirty="0"/>
              <a:t>Five barriers surrounding just culture adoption</a:t>
            </a:r>
          </a:p>
        </p:txBody>
      </p:sp>
      <p:sp>
        <p:nvSpPr>
          <p:cNvPr id="4" name="Content Placeholder 3">
            <a:extLst>
              <a:ext uri="{FF2B5EF4-FFF2-40B4-BE49-F238E27FC236}">
                <a16:creationId xmlns:a16="http://schemas.microsoft.com/office/drawing/2014/main" id="{D827715E-C72B-D473-E5ED-05C937514713}"/>
              </a:ext>
            </a:extLst>
          </p:cNvPr>
          <p:cNvSpPr>
            <a:spLocks noGrp="1"/>
          </p:cNvSpPr>
          <p:nvPr>
            <p:ph idx="1"/>
          </p:nvPr>
        </p:nvSpPr>
        <p:spPr>
          <a:xfrm>
            <a:off x="7680068" y="2525268"/>
            <a:ext cx="4092813" cy="1807464"/>
          </a:xfrm>
        </p:spPr>
        <p:txBody>
          <a:bodyPr/>
          <a:lstStyle/>
          <a:p>
            <a:pPr marL="0" indent="0">
              <a:buNone/>
            </a:pPr>
            <a:r>
              <a:rPr lang="en-US" dirty="0"/>
              <a:t>Each barrier reinforces the others. For example, blame culture deepens power gradients, which in turn suppress the reporting leadership needs to respond consistently.</a:t>
            </a:r>
          </a:p>
        </p:txBody>
      </p:sp>
      <p:sp>
        <p:nvSpPr>
          <p:cNvPr id="7" name="Oval 6">
            <a:extLst>
              <a:ext uri="{FF2B5EF4-FFF2-40B4-BE49-F238E27FC236}">
                <a16:creationId xmlns:a16="http://schemas.microsoft.com/office/drawing/2014/main" id="{D6632C61-FE75-BD89-C2A3-705BB34C13E0}"/>
              </a:ext>
            </a:extLst>
          </p:cNvPr>
          <p:cNvSpPr/>
          <p:nvPr/>
        </p:nvSpPr>
        <p:spPr>
          <a:xfrm>
            <a:off x="758867" y="3639528"/>
            <a:ext cx="1792224" cy="1005840"/>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Blame Culture</a:t>
            </a:r>
          </a:p>
        </p:txBody>
      </p:sp>
      <p:sp>
        <p:nvSpPr>
          <p:cNvPr id="9" name="Oval 8">
            <a:extLst>
              <a:ext uri="{FF2B5EF4-FFF2-40B4-BE49-F238E27FC236}">
                <a16:creationId xmlns:a16="http://schemas.microsoft.com/office/drawing/2014/main" id="{9905F36D-0C37-CEAF-51B8-144ECF4DAEBA}"/>
              </a:ext>
            </a:extLst>
          </p:cNvPr>
          <p:cNvSpPr/>
          <p:nvPr/>
        </p:nvSpPr>
        <p:spPr>
          <a:xfrm>
            <a:off x="4214938" y="3534264"/>
            <a:ext cx="1792224" cy="1005840"/>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Blame Culture</a:t>
            </a:r>
          </a:p>
        </p:txBody>
      </p:sp>
      <p:sp>
        <p:nvSpPr>
          <p:cNvPr id="11" name="Oval 10">
            <a:extLst>
              <a:ext uri="{FF2B5EF4-FFF2-40B4-BE49-F238E27FC236}">
                <a16:creationId xmlns:a16="http://schemas.microsoft.com/office/drawing/2014/main" id="{D2891514-7682-FFA3-317B-A172121B3208}"/>
              </a:ext>
            </a:extLst>
          </p:cNvPr>
          <p:cNvSpPr/>
          <p:nvPr/>
        </p:nvSpPr>
        <p:spPr>
          <a:xfrm>
            <a:off x="2551091" y="2675726"/>
            <a:ext cx="1792224" cy="1005840"/>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Blame Culture</a:t>
            </a:r>
          </a:p>
        </p:txBody>
      </p:sp>
      <p:sp>
        <p:nvSpPr>
          <p:cNvPr id="13" name="Oval 12">
            <a:extLst>
              <a:ext uri="{FF2B5EF4-FFF2-40B4-BE49-F238E27FC236}">
                <a16:creationId xmlns:a16="http://schemas.microsoft.com/office/drawing/2014/main" id="{C4B04ACC-27D4-49DA-D3B1-6F8990197680}"/>
              </a:ext>
            </a:extLst>
          </p:cNvPr>
          <p:cNvSpPr/>
          <p:nvPr/>
        </p:nvSpPr>
        <p:spPr>
          <a:xfrm>
            <a:off x="1475232" y="4750631"/>
            <a:ext cx="1792224" cy="1005840"/>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Blame Culture</a:t>
            </a:r>
          </a:p>
        </p:txBody>
      </p:sp>
      <p:sp>
        <p:nvSpPr>
          <p:cNvPr id="15" name="Oval 14">
            <a:extLst>
              <a:ext uri="{FF2B5EF4-FFF2-40B4-BE49-F238E27FC236}">
                <a16:creationId xmlns:a16="http://schemas.microsoft.com/office/drawing/2014/main" id="{2BD24F2D-79F5-3DAB-F561-832DD7FF8AF7}"/>
              </a:ext>
            </a:extLst>
          </p:cNvPr>
          <p:cNvSpPr/>
          <p:nvPr/>
        </p:nvSpPr>
        <p:spPr>
          <a:xfrm>
            <a:off x="3626951" y="4750631"/>
            <a:ext cx="1792224" cy="1005840"/>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Blame Culture</a:t>
            </a:r>
          </a:p>
        </p:txBody>
      </p:sp>
      <p:cxnSp>
        <p:nvCxnSpPr>
          <p:cNvPr id="21" name="Straight Connector 20">
            <a:extLst>
              <a:ext uri="{FF2B5EF4-FFF2-40B4-BE49-F238E27FC236}">
                <a16:creationId xmlns:a16="http://schemas.microsoft.com/office/drawing/2014/main" id="{78F39A13-5CDF-A278-F57A-F6FC516EEE7C}"/>
              </a:ext>
            </a:extLst>
          </p:cNvPr>
          <p:cNvCxnSpPr>
            <a:stCxn id="13" idx="6"/>
            <a:endCxn id="15" idx="2"/>
          </p:cNvCxnSpPr>
          <p:nvPr/>
        </p:nvCxnSpPr>
        <p:spPr>
          <a:xfrm>
            <a:off x="3267456" y="5253551"/>
            <a:ext cx="359495" cy="0"/>
          </a:xfrm>
          <a:prstGeom prst="line">
            <a:avLst/>
          </a:prstGeom>
        </p:spPr>
        <p:style>
          <a:lnRef idx="2">
            <a:schemeClr val="dk1"/>
          </a:lnRef>
          <a:fillRef idx="0">
            <a:schemeClr val="dk1"/>
          </a:fillRef>
          <a:effectRef idx="1">
            <a:schemeClr val="dk1"/>
          </a:effectRef>
          <a:fontRef idx="minor">
            <a:schemeClr val="tx1"/>
          </a:fontRef>
        </p:style>
      </p:cxnSp>
      <p:cxnSp>
        <p:nvCxnSpPr>
          <p:cNvPr id="27" name="Straight Connector 26">
            <a:extLst>
              <a:ext uri="{FF2B5EF4-FFF2-40B4-BE49-F238E27FC236}">
                <a16:creationId xmlns:a16="http://schemas.microsoft.com/office/drawing/2014/main" id="{2FDB00FD-97CC-7768-3157-96DD333EB0AE}"/>
              </a:ext>
            </a:extLst>
          </p:cNvPr>
          <p:cNvCxnSpPr>
            <a:stCxn id="9" idx="1"/>
          </p:cNvCxnSpPr>
          <p:nvPr/>
        </p:nvCxnSpPr>
        <p:spPr>
          <a:xfrm flipH="1" flipV="1">
            <a:off x="4214938" y="3429000"/>
            <a:ext cx="262465" cy="252566"/>
          </a:xfrm>
          <a:prstGeom prst="line">
            <a:avLst/>
          </a:prstGeom>
        </p:spPr>
        <p:style>
          <a:lnRef idx="2">
            <a:schemeClr val="dk1"/>
          </a:lnRef>
          <a:fillRef idx="0">
            <a:schemeClr val="dk1"/>
          </a:fillRef>
          <a:effectRef idx="1">
            <a:schemeClr val="dk1"/>
          </a:effectRef>
          <a:fontRef idx="minor">
            <a:schemeClr val="tx1"/>
          </a:fontRef>
        </p:style>
      </p:cxnSp>
      <p:cxnSp>
        <p:nvCxnSpPr>
          <p:cNvPr id="30" name="Straight Connector 29">
            <a:extLst>
              <a:ext uri="{FF2B5EF4-FFF2-40B4-BE49-F238E27FC236}">
                <a16:creationId xmlns:a16="http://schemas.microsoft.com/office/drawing/2014/main" id="{9CCF3FEC-EDB1-EA19-0B70-BB0E2274C7F3}"/>
              </a:ext>
            </a:extLst>
          </p:cNvPr>
          <p:cNvCxnSpPr>
            <a:stCxn id="13" idx="0"/>
          </p:cNvCxnSpPr>
          <p:nvPr/>
        </p:nvCxnSpPr>
        <p:spPr>
          <a:xfrm flipH="1" flipV="1">
            <a:off x="2112264" y="4540104"/>
            <a:ext cx="259080" cy="210527"/>
          </a:xfrm>
          <a:prstGeom prst="line">
            <a:avLst/>
          </a:prstGeom>
        </p:spPr>
        <p:style>
          <a:lnRef idx="2">
            <a:schemeClr val="dk1"/>
          </a:lnRef>
          <a:fillRef idx="0">
            <a:schemeClr val="dk1"/>
          </a:fillRef>
          <a:effectRef idx="1">
            <a:schemeClr val="dk1"/>
          </a:effectRef>
          <a:fontRef idx="minor">
            <a:schemeClr val="tx1"/>
          </a:fontRef>
        </p:style>
      </p:cxnSp>
      <p:cxnSp>
        <p:nvCxnSpPr>
          <p:cNvPr id="32" name="Straight Connector 31">
            <a:extLst>
              <a:ext uri="{FF2B5EF4-FFF2-40B4-BE49-F238E27FC236}">
                <a16:creationId xmlns:a16="http://schemas.microsoft.com/office/drawing/2014/main" id="{A9A53C45-3DA8-2DBB-55DA-B84F863535EB}"/>
              </a:ext>
            </a:extLst>
          </p:cNvPr>
          <p:cNvCxnSpPr>
            <a:stCxn id="9" idx="4"/>
          </p:cNvCxnSpPr>
          <p:nvPr/>
        </p:nvCxnSpPr>
        <p:spPr>
          <a:xfrm flipH="1">
            <a:off x="4892040" y="4540104"/>
            <a:ext cx="219010" cy="287928"/>
          </a:xfrm>
          <a:prstGeom prst="line">
            <a:avLst/>
          </a:prstGeom>
        </p:spPr>
        <p:style>
          <a:lnRef idx="2">
            <a:schemeClr val="dk1"/>
          </a:lnRef>
          <a:fillRef idx="0">
            <a:schemeClr val="dk1"/>
          </a:fillRef>
          <a:effectRef idx="1">
            <a:schemeClr val="dk1"/>
          </a:effectRef>
          <a:fontRef idx="minor">
            <a:schemeClr val="tx1"/>
          </a:fontRef>
        </p:style>
      </p:cxnSp>
      <p:cxnSp>
        <p:nvCxnSpPr>
          <p:cNvPr id="34" name="Straight Connector 33">
            <a:extLst>
              <a:ext uri="{FF2B5EF4-FFF2-40B4-BE49-F238E27FC236}">
                <a16:creationId xmlns:a16="http://schemas.microsoft.com/office/drawing/2014/main" id="{323821B6-D315-448D-A583-B85B81D08EC0}"/>
              </a:ext>
            </a:extLst>
          </p:cNvPr>
          <p:cNvCxnSpPr>
            <a:stCxn id="11" idx="3"/>
          </p:cNvCxnSpPr>
          <p:nvPr/>
        </p:nvCxnSpPr>
        <p:spPr>
          <a:xfrm flipH="1">
            <a:off x="2371344" y="3534264"/>
            <a:ext cx="442212" cy="233064"/>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2176530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E7054-3ACC-1AE5-B490-F13C2CFA27FA}"/>
              </a:ext>
            </a:extLst>
          </p:cNvPr>
          <p:cNvSpPr>
            <a:spLocks noGrp="1"/>
          </p:cNvSpPr>
          <p:nvPr>
            <p:ph type="title"/>
          </p:nvPr>
        </p:nvSpPr>
        <p:spPr>
          <a:xfrm>
            <a:off x="393192" y="1249959"/>
            <a:ext cx="4407408" cy="5125673"/>
          </a:xfrm>
        </p:spPr>
        <p:txBody>
          <a:bodyPr/>
          <a:lstStyle/>
          <a:p>
            <a:r>
              <a:rPr lang="en-US" dirty="0"/>
              <a:t>Ambiguity in applying accountability</a:t>
            </a:r>
          </a:p>
        </p:txBody>
      </p:sp>
      <p:sp>
        <p:nvSpPr>
          <p:cNvPr id="3" name="Content Placeholder 2">
            <a:extLst>
              <a:ext uri="{FF2B5EF4-FFF2-40B4-BE49-F238E27FC236}">
                <a16:creationId xmlns:a16="http://schemas.microsoft.com/office/drawing/2014/main" id="{4E19FDAF-BD65-C2A8-A8DC-1BFD3FD49772}"/>
              </a:ext>
            </a:extLst>
          </p:cNvPr>
          <p:cNvSpPr>
            <a:spLocks noGrp="1"/>
          </p:cNvSpPr>
          <p:nvPr>
            <p:ph idx="1"/>
          </p:nvPr>
        </p:nvSpPr>
        <p:spPr/>
        <p:txBody>
          <a:bodyPr/>
          <a:lstStyle/>
          <a:p>
            <a:pPr marL="0" indent="0">
              <a:buNone/>
            </a:pPr>
            <a:r>
              <a:rPr lang="en-US" dirty="0"/>
              <a:t>Just culture asks evaluators to distinguish honest human error from at-risk behavior and reckless conduct. In practice, that line is hard to draw consistently. Misjudging a behavior can produce unfair outcomes that damage trust in the whole system.</a:t>
            </a:r>
          </a:p>
          <a:p>
            <a:pPr marL="0" indent="0">
              <a:buNone/>
            </a:pPr>
            <a:endParaRPr lang="en-US" dirty="0"/>
          </a:p>
          <a:p>
            <a:r>
              <a:rPr lang="en-US" dirty="0"/>
              <a:t>Human error: Unintentional – coach and redesign the system</a:t>
            </a:r>
          </a:p>
          <a:p>
            <a:r>
              <a:rPr lang="en-US" dirty="0"/>
              <a:t>At-risk behavior: A risky choice was made, often unknowingly – coach and remove incentives</a:t>
            </a:r>
          </a:p>
          <a:p>
            <a:r>
              <a:rPr lang="en-US" dirty="0"/>
              <a:t>Reckless behavior: Conscious disregard of known risk – disciplinary action is appropriate</a:t>
            </a:r>
          </a:p>
        </p:txBody>
      </p:sp>
    </p:spTree>
    <p:extLst>
      <p:ext uri="{BB962C8B-B14F-4D97-AF65-F5344CB8AC3E}">
        <p14:creationId xmlns:p14="http://schemas.microsoft.com/office/powerpoint/2010/main" val="13756066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AAC2D-02CD-193A-EBC5-3E471DCD8917}"/>
              </a:ext>
            </a:extLst>
          </p:cNvPr>
          <p:cNvSpPr>
            <a:spLocks noGrp="1"/>
          </p:cNvSpPr>
          <p:nvPr>
            <p:ph type="title"/>
          </p:nvPr>
        </p:nvSpPr>
        <p:spPr/>
        <p:txBody>
          <a:bodyPr/>
          <a:lstStyle/>
          <a:p>
            <a:r>
              <a:rPr lang="en-US" dirty="0"/>
              <a:t>Takeaways</a:t>
            </a:r>
          </a:p>
        </p:txBody>
      </p:sp>
      <p:sp>
        <p:nvSpPr>
          <p:cNvPr id="3" name="Content Placeholder 2">
            <a:extLst>
              <a:ext uri="{FF2B5EF4-FFF2-40B4-BE49-F238E27FC236}">
                <a16:creationId xmlns:a16="http://schemas.microsoft.com/office/drawing/2014/main" id="{4D49F8B0-B3FD-A4DD-FC55-BC0AD2E50057}"/>
              </a:ext>
            </a:extLst>
          </p:cNvPr>
          <p:cNvSpPr>
            <a:spLocks noGrp="1"/>
          </p:cNvSpPr>
          <p:nvPr>
            <p:ph idx="1"/>
          </p:nvPr>
        </p:nvSpPr>
        <p:spPr/>
        <p:txBody>
          <a:bodyPr/>
          <a:lstStyle/>
          <a:p>
            <a:pPr marL="0" indent="0">
              <a:buNone/>
            </a:pPr>
            <a:r>
              <a:rPr lang="en-US" dirty="0"/>
              <a:t>No single policy change creates a just culture. Leadership must consistently model fair, transparent responses to error, while organizations work to flatten hierarchy, close the feedback loop, and shield staff from external blame pressures.</a:t>
            </a:r>
          </a:p>
          <a:p>
            <a:pPr marL="0" indent="0">
              <a:buNone/>
            </a:pPr>
            <a:endParaRPr lang="en-US" dirty="0"/>
          </a:p>
          <a:p>
            <a:pPr marL="0" indent="0">
              <a:buNone/>
            </a:pPr>
            <a:r>
              <a:rPr lang="en-US" b="1" dirty="0"/>
              <a:t>References</a:t>
            </a:r>
          </a:p>
          <a:p>
            <a:pPr marL="0" indent="0">
              <a:buNone/>
            </a:pPr>
            <a:r>
              <a:rPr lang="en-US" b="1" dirty="0">
                <a:hlinkClick r:id="rId2"/>
              </a:rPr>
              <a:t>https://psychsafety.com/just-culture/</a:t>
            </a:r>
            <a:endParaRPr lang="en-US" b="1" dirty="0"/>
          </a:p>
          <a:p>
            <a:pPr marL="0" indent="0">
              <a:buNone/>
            </a:pPr>
            <a:r>
              <a:rPr lang="en-US" b="1" dirty="0">
                <a:hlinkClick r:id="rId3"/>
              </a:rPr>
              <a:t>https://www.atlassian.com/blog/teamwork/how-to-cultivate-a-blameless-culture</a:t>
            </a:r>
            <a:endParaRPr lang="en-US" b="1" dirty="0"/>
          </a:p>
          <a:p>
            <a:pPr marL="0" indent="0">
              <a:buNone/>
            </a:pPr>
            <a:r>
              <a:rPr lang="en-US" b="1">
                <a:hlinkClick r:id="rId4"/>
              </a:rPr>
              <a:t>https://sre.google/sre-book/postmortem-culture/</a:t>
            </a:r>
            <a:endParaRPr lang="en-US" b="1" dirty="0"/>
          </a:p>
        </p:txBody>
      </p:sp>
    </p:spTree>
    <p:extLst>
      <p:ext uri="{BB962C8B-B14F-4D97-AF65-F5344CB8AC3E}">
        <p14:creationId xmlns:p14="http://schemas.microsoft.com/office/powerpoint/2010/main" val="4042720022"/>
      </p:ext>
    </p:extLst>
  </p:cSld>
  <p:clrMapOvr>
    <a:masterClrMapping/>
  </p:clrMapOvr>
</p:sld>
</file>

<file path=ppt/theme/theme1.xml><?xml version="1.0" encoding="utf-8"?>
<a:theme xmlns:a="http://schemas.openxmlformats.org/drawingml/2006/main" name="Editorial">
  <a:themeElements>
    <a:clrScheme name="Editorial">
      <a:dk1>
        <a:sysClr val="windowText" lastClr="000000"/>
      </a:dk1>
      <a:lt1>
        <a:sysClr val="window" lastClr="FFFFFF"/>
      </a:lt1>
      <a:dk2>
        <a:srgbClr val="171717"/>
      </a:dk2>
      <a:lt2>
        <a:srgbClr val="F7F6F3"/>
      </a:lt2>
      <a:accent1>
        <a:srgbClr val="C8350F"/>
      </a:accent1>
      <a:accent2>
        <a:srgbClr val="B6A992"/>
      </a:accent2>
      <a:accent3>
        <a:srgbClr val="D59A6D"/>
      </a:accent3>
      <a:accent4>
        <a:srgbClr val="C7793D"/>
      </a:accent4>
      <a:accent5>
        <a:srgbClr val="DB8464"/>
      </a:accent5>
      <a:accent6>
        <a:srgbClr val="3F7699"/>
      </a:accent6>
      <a:hlink>
        <a:srgbClr val="C8350F"/>
      </a:hlink>
      <a:folHlink>
        <a:srgbClr val="DB8464"/>
      </a:folHlink>
    </a:clrScheme>
    <a:fontScheme name="Custom 22">
      <a:majorFont>
        <a:latin typeface="Haettenschweiler"/>
        <a:ea typeface=""/>
        <a:cs typeface=""/>
      </a:majorFont>
      <a:minorFont>
        <a:latin typeface="Trade Gothic Nex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Editorial" id="{71EC1670-473B-4381-BA1C-B02CC96DD716}" vid="{C5D3EF77-ADD0-40FD-A769-C339DAE739D1}"/>
    </a:ext>
  </a:extLst>
</a:theme>
</file>

<file path=docProps/app.xml><?xml version="1.0" encoding="utf-8"?>
<Properties xmlns="http://schemas.openxmlformats.org/officeDocument/2006/extended-properties" xmlns:vt="http://schemas.openxmlformats.org/officeDocument/2006/docPropsVTypes">
  <Template>Editorial</Template>
  <TotalTime>54</TotalTime>
  <Words>491</Words>
  <Application>Microsoft Office PowerPoint</Application>
  <PresentationFormat>Widescreen</PresentationFormat>
  <Paragraphs>38</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Arial</vt:lpstr>
      <vt:lpstr>Haettenschweiler</vt:lpstr>
      <vt:lpstr>Trade Gothic Next Light</vt:lpstr>
      <vt:lpstr>Editorial</vt:lpstr>
      <vt:lpstr>Barriers to Implementing a just culture</vt:lpstr>
      <vt:lpstr>What is a just culture</vt:lpstr>
      <vt:lpstr>Blame Culture</vt:lpstr>
      <vt:lpstr>Power gradients &amp; hierarchy</vt:lpstr>
      <vt:lpstr>Inconsistent leadership &amp; follow through</vt:lpstr>
      <vt:lpstr>External pressure</vt:lpstr>
      <vt:lpstr>Five barriers surrounding just culture adoption</vt:lpstr>
      <vt:lpstr>Ambiguity in applying accountability</vt:lpstr>
      <vt:lpstr>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Trent Coffman</dc:creator>
  <cp:lastModifiedBy>Trent Coffman</cp:lastModifiedBy>
  <cp:revision>1</cp:revision>
  <dcterms:created xsi:type="dcterms:W3CDTF">2026-08-03T01:59:35Z</dcterms:created>
  <dcterms:modified xsi:type="dcterms:W3CDTF">2026-08-03T02:54:27Z</dcterms:modified>
</cp:coreProperties>
</file>